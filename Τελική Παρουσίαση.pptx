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56" r:id="rId4"/>
    <p:sldId id="257" r:id="rId5"/>
    <p:sldId id="258" r:id="rId6"/>
    <p:sldId id="259" r:id="rId7"/>
    <p:sldId id="260" r:id="rId8"/>
    <p:sldId id="261" r:id="rId9"/>
    <p:sldId id="273" r:id="rId10"/>
    <p:sldId id="262" r:id="rId11"/>
    <p:sldId id="274" r:id="rId12"/>
    <p:sldId id="263" r:id="rId13"/>
    <p:sldId id="275" r:id="rId14"/>
    <p:sldId id="264" r:id="rId15"/>
    <p:sldId id="276" r:id="rId16"/>
    <p:sldId id="265" r:id="rId17"/>
    <p:sldId id="277" r:id="rId18"/>
    <p:sldId id="266" r:id="rId19"/>
    <p:sldId id="267" r:id="rId20"/>
    <p:sldId id="268" r:id="rId21"/>
    <p:sldId id="269" r:id="rId22"/>
    <p:sldId id="27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EEBC9-8A49-3AEF-8E60-E51B5676EABD}" v="857" dt="2025-06-07T08:55:36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6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3B6C7B-B890-4861-9091-100A291CE27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BC5285D2-6FF5-44B4-BF32-5D6C33539316}">
      <dgm:prSet phldr="0"/>
      <dgm:spPr/>
      <dgm:t>
        <a:bodyPr/>
        <a:lstStyle/>
        <a:p>
          <a:pPr algn="l" rtl="0"/>
          <a:r>
            <a:rPr lang="el-GR" dirty="0">
              <a:latin typeface="Calibri"/>
            </a:rPr>
            <a:t>Δυνατότητα χρήσης από άτομα που δε διαθέτουν γνώσεις υπολογιστών</a:t>
          </a:r>
        </a:p>
      </dgm:t>
    </dgm:pt>
    <dgm:pt modelId="{FDA27EC6-1DA3-4062-9794-0AB272BFE1FD}" type="parTrans" cxnId="{2BA60E9C-4A21-4904-898F-66F0CA7AE1C2}">
      <dgm:prSet/>
      <dgm:spPr/>
    </dgm:pt>
    <dgm:pt modelId="{6524A8D1-8197-4C6A-8129-4A5320E65288}" type="sibTrans" cxnId="{2BA60E9C-4A21-4904-898F-66F0CA7AE1C2}">
      <dgm:prSet/>
      <dgm:spPr/>
    </dgm:pt>
    <dgm:pt modelId="{1322CF84-B223-43AC-96FF-F487DA7DE817}">
      <dgm:prSet phldr="0"/>
      <dgm:spPr/>
      <dgm:t>
        <a:bodyPr/>
        <a:lstStyle/>
        <a:p>
          <a:pPr algn="l" rtl="0"/>
          <a:r>
            <a:rPr lang="en-US" dirty="0">
              <a:latin typeface="Calibri"/>
            </a:rPr>
            <a:t>Φιλικότητα π</a:t>
          </a:r>
          <a:r>
            <a:rPr lang="en-US" dirty="0" err="1">
              <a:latin typeface="Calibri"/>
            </a:rPr>
            <a:t>ρος</a:t>
          </a:r>
          <a:r>
            <a:rPr lang="en-US" dirty="0">
              <a:latin typeface="Calibri"/>
            </a:rPr>
            <a:t> </a:t>
          </a:r>
          <a:r>
            <a:rPr lang="en-US" dirty="0" err="1">
              <a:latin typeface="Calibri"/>
            </a:rPr>
            <a:t>τον</a:t>
          </a:r>
          <a:r>
            <a:rPr lang="en-US" dirty="0">
              <a:latin typeface="Calibri"/>
            </a:rPr>
            <a:t> χρήστη</a:t>
          </a:r>
        </a:p>
      </dgm:t>
    </dgm:pt>
    <dgm:pt modelId="{D34E719F-73F1-48E4-96AF-570E1BF5CC1A}" type="parTrans" cxnId="{5B7209C5-0855-45CB-A901-1EECAC2B5E85}">
      <dgm:prSet/>
      <dgm:spPr/>
    </dgm:pt>
    <dgm:pt modelId="{1257B20F-2785-4D94-9BFE-03B3D79CA7A7}" type="sibTrans" cxnId="{5B7209C5-0855-45CB-A901-1EECAC2B5E85}">
      <dgm:prSet/>
      <dgm:spPr/>
    </dgm:pt>
    <dgm:pt modelId="{7B453307-452C-4DE7-97A8-3FFB213ECDDF}">
      <dgm:prSet phldr="0"/>
      <dgm:spPr/>
      <dgm:t>
        <a:bodyPr/>
        <a:lstStyle/>
        <a:p>
          <a:pPr algn="l" rtl="0"/>
          <a:r>
            <a:rPr lang="en-US" dirty="0">
              <a:latin typeface="Calibri"/>
            </a:rPr>
            <a:t>Απλή </a:t>
          </a:r>
          <a:r>
            <a:rPr lang="el-GR" dirty="0">
              <a:latin typeface="Calibri"/>
            </a:rPr>
            <a:t>αλληλεπίδραση</a:t>
          </a:r>
          <a:r>
            <a:rPr lang="en-US" dirty="0">
              <a:latin typeface="Calibri"/>
            </a:rPr>
            <a:t> </a:t>
          </a:r>
          <a:r>
            <a:rPr lang="el-GR" dirty="0">
              <a:latin typeface="Calibri"/>
            </a:rPr>
            <a:t>μέσω</a:t>
          </a:r>
          <a:r>
            <a:rPr lang="en-US" dirty="0">
              <a:latin typeface="Calibri"/>
            </a:rPr>
            <a:t> </a:t>
          </a:r>
          <a:r>
            <a:rPr lang="el-GR" dirty="0">
              <a:latin typeface="Calibri"/>
            </a:rPr>
            <a:t>αριθμημένων</a:t>
          </a:r>
          <a:r>
            <a:rPr lang="en-US" dirty="0">
              <a:latin typeface="Calibri"/>
            </a:rPr>
            <a:t> μενού</a:t>
          </a:r>
        </a:p>
      </dgm:t>
    </dgm:pt>
    <dgm:pt modelId="{D033A224-B357-4540-BB2C-BFE3710CDD1A}" type="parTrans" cxnId="{04785C3C-36E1-4493-AC89-56198129C108}">
      <dgm:prSet/>
      <dgm:spPr/>
    </dgm:pt>
    <dgm:pt modelId="{37E4B264-AE6F-46CB-B449-FC96C792A123}" type="sibTrans" cxnId="{04785C3C-36E1-4493-AC89-56198129C108}">
      <dgm:prSet/>
      <dgm:spPr/>
    </dgm:pt>
    <dgm:pt modelId="{75B3D054-8006-4DA1-B260-3CCEEBAE45BC}">
      <dgm:prSet phldr="0"/>
      <dgm:spPr/>
      <dgm:t>
        <a:bodyPr/>
        <a:lstStyle/>
        <a:p>
          <a:pPr algn="l" rtl="0"/>
          <a:r>
            <a:rPr lang="el-GR" dirty="0">
              <a:latin typeface="Calibri"/>
            </a:rPr>
            <a:t>Μικρές απαιτήσεις σε αποθηκευτικό χώρο</a:t>
          </a:r>
          <a:endParaRPr lang="en-US" dirty="0">
            <a:latin typeface="Calibri"/>
          </a:endParaRPr>
        </a:p>
      </dgm:t>
    </dgm:pt>
    <dgm:pt modelId="{CD405A3F-9D2C-4B59-962F-F29D929B3AA2}" type="parTrans" cxnId="{B3A161D2-1FF5-4987-BC87-63297E74018A}">
      <dgm:prSet/>
      <dgm:spPr/>
    </dgm:pt>
    <dgm:pt modelId="{A0E3957A-C6D7-4483-B95A-81546A3D1DC8}" type="sibTrans" cxnId="{B3A161D2-1FF5-4987-BC87-63297E74018A}">
      <dgm:prSet/>
      <dgm:spPr/>
    </dgm:pt>
    <dgm:pt modelId="{91F98574-1FDD-4B2B-81AC-7504FBE7721B}" type="pres">
      <dgm:prSet presAssocID="{533B6C7B-B890-4861-9091-100A291CE271}" presName="diagram" presStyleCnt="0">
        <dgm:presLayoutVars>
          <dgm:dir/>
          <dgm:resizeHandles val="exact"/>
        </dgm:presLayoutVars>
      </dgm:prSet>
      <dgm:spPr/>
    </dgm:pt>
    <dgm:pt modelId="{C1BAAFD0-300E-41D8-949F-4837DCA6FEF6}" type="pres">
      <dgm:prSet presAssocID="{BC5285D2-6FF5-44B4-BF32-5D6C33539316}" presName="node" presStyleLbl="node1" presStyleIdx="0" presStyleCnt="4">
        <dgm:presLayoutVars>
          <dgm:bulletEnabled val="1"/>
        </dgm:presLayoutVars>
      </dgm:prSet>
      <dgm:spPr/>
    </dgm:pt>
    <dgm:pt modelId="{07C1CE21-539D-42D6-9BD7-A92E0536BAB0}" type="pres">
      <dgm:prSet presAssocID="{6524A8D1-8197-4C6A-8129-4A5320E65288}" presName="sibTrans" presStyleCnt="0"/>
      <dgm:spPr/>
    </dgm:pt>
    <dgm:pt modelId="{7086AF78-8FF1-4363-88BD-058C82C76A1A}" type="pres">
      <dgm:prSet presAssocID="{1322CF84-B223-43AC-96FF-F487DA7DE817}" presName="node" presStyleLbl="node1" presStyleIdx="1" presStyleCnt="4">
        <dgm:presLayoutVars>
          <dgm:bulletEnabled val="1"/>
        </dgm:presLayoutVars>
      </dgm:prSet>
      <dgm:spPr/>
    </dgm:pt>
    <dgm:pt modelId="{C05AF715-8DFB-4B82-8BC5-1AE00A5FA0E7}" type="pres">
      <dgm:prSet presAssocID="{1257B20F-2785-4D94-9BFE-03B3D79CA7A7}" presName="sibTrans" presStyleCnt="0"/>
      <dgm:spPr/>
    </dgm:pt>
    <dgm:pt modelId="{FC930309-175D-403C-90C4-690DF6DD7B82}" type="pres">
      <dgm:prSet presAssocID="{7B453307-452C-4DE7-97A8-3FFB213ECDDF}" presName="node" presStyleLbl="node1" presStyleIdx="2" presStyleCnt="4">
        <dgm:presLayoutVars>
          <dgm:bulletEnabled val="1"/>
        </dgm:presLayoutVars>
      </dgm:prSet>
      <dgm:spPr/>
    </dgm:pt>
    <dgm:pt modelId="{00B76E30-1E35-40C7-8139-B9673B227B74}" type="pres">
      <dgm:prSet presAssocID="{37E4B264-AE6F-46CB-B449-FC96C792A123}" presName="sibTrans" presStyleCnt="0"/>
      <dgm:spPr/>
    </dgm:pt>
    <dgm:pt modelId="{A3274D0D-5CBC-4863-AB9A-1193060FD81E}" type="pres">
      <dgm:prSet presAssocID="{75B3D054-8006-4DA1-B260-3CCEEBAE45BC}" presName="node" presStyleLbl="node1" presStyleIdx="3" presStyleCnt="4">
        <dgm:presLayoutVars>
          <dgm:bulletEnabled val="1"/>
        </dgm:presLayoutVars>
      </dgm:prSet>
      <dgm:spPr/>
    </dgm:pt>
  </dgm:ptLst>
  <dgm:cxnLst>
    <dgm:cxn modelId="{8929BD33-094F-48CC-8A09-7E61D40768A2}" type="presOf" srcId="{1322CF84-B223-43AC-96FF-F487DA7DE817}" destId="{7086AF78-8FF1-4363-88BD-058C82C76A1A}" srcOrd="0" destOrd="0" presId="urn:microsoft.com/office/officeart/2005/8/layout/default"/>
    <dgm:cxn modelId="{04785C3C-36E1-4493-AC89-56198129C108}" srcId="{533B6C7B-B890-4861-9091-100A291CE271}" destId="{7B453307-452C-4DE7-97A8-3FFB213ECDDF}" srcOrd="2" destOrd="0" parTransId="{D033A224-B357-4540-BB2C-BFE3710CDD1A}" sibTransId="{37E4B264-AE6F-46CB-B449-FC96C792A123}"/>
    <dgm:cxn modelId="{EA96B640-BBC1-4509-B1F6-C4FDA1BDBDFB}" type="presOf" srcId="{BC5285D2-6FF5-44B4-BF32-5D6C33539316}" destId="{C1BAAFD0-300E-41D8-949F-4837DCA6FEF6}" srcOrd="0" destOrd="0" presId="urn:microsoft.com/office/officeart/2005/8/layout/default"/>
    <dgm:cxn modelId="{2BA60E9C-4A21-4904-898F-66F0CA7AE1C2}" srcId="{533B6C7B-B890-4861-9091-100A291CE271}" destId="{BC5285D2-6FF5-44B4-BF32-5D6C33539316}" srcOrd="0" destOrd="0" parTransId="{FDA27EC6-1DA3-4062-9794-0AB272BFE1FD}" sibTransId="{6524A8D1-8197-4C6A-8129-4A5320E65288}"/>
    <dgm:cxn modelId="{5B7209C5-0855-45CB-A901-1EECAC2B5E85}" srcId="{533B6C7B-B890-4861-9091-100A291CE271}" destId="{1322CF84-B223-43AC-96FF-F487DA7DE817}" srcOrd="1" destOrd="0" parTransId="{D34E719F-73F1-48E4-96AF-570E1BF5CC1A}" sibTransId="{1257B20F-2785-4D94-9BFE-03B3D79CA7A7}"/>
    <dgm:cxn modelId="{B3A161D2-1FF5-4987-BC87-63297E74018A}" srcId="{533B6C7B-B890-4861-9091-100A291CE271}" destId="{75B3D054-8006-4DA1-B260-3CCEEBAE45BC}" srcOrd="3" destOrd="0" parTransId="{CD405A3F-9D2C-4B59-962F-F29D929B3AA2}" sibTransId="{A0E3957A-C6D7-4483-B95A-81546A3D1DC8}"/>
    <dgm:cxn modelId="{26C018E0-B61A-4ADB-B5AB-2F9EE6AC3EB4}" type="presOf" srcId="{75B3D054-8006-4DA1-B260-3CCEEBAE45BC}" destId="{A3274D0D-5CBC-4863-AB9A-1193060FD81E}" srcOrd="0" destOrd="0" presId="urn:microsoft.com/office/officeart/2005/8/layout/default"/>
    <dgm:cxn modelId="{2DA998F7-D9A8-4798-9E9A-F685A3A29872}" type="presOf" srcId="{533B6C7B-B890-4861-9091-100A291CE271}" destId="{91F98574-1FDD-4B2B-81AC-7504FBE7721B}" srcOrd="0" destOrd="0" presId="urn:microsoft.com/office/officeart/2005/8/layout/default"/>
    <dgm:cxn modelId="{0BFD64FB-0B1F-4C2B-96AF-98CE8C50CEE0}" type="presOf" srcId="{7B453307-452C-4DE7-97A8-3FFB213ECDDF}" destId="{FC930309-175D-403C-90C4-690DF6DD7B82}" srcOrd="0" destOrd="0" presId="urn:microsoft.com/office/officeart/2005/8/layout/default"/>
    <dgm:cxn modelId="{620CFEF8-FCB8-4232-951C-7DB734B11E28}" type="presParOf" srcId="{91F98574-1FDD-4B2B-81AC-7504FBE7721B}" destId="{C1BAAFD0-300E-41D8-949F-4837DCA6FEF6}" srcOrd="0" destOrd="0" presId="urn:microsoft.com/office/officeart/2005/8/layout/default"/>
    <dgm:cxn modelId="{2D77B7DE-A821-4940-A4EE-675FB2FC0767}" type="presParOf" srcId="{91F98574-1FDD-4B2B-81AC-7504FBE7721B}" destId="{07C1CE21-539D-42D6-9BD7-A92E0536BAB0}" srcOrd="1" destOrd="0" presId="urn:microsoft.com/office/officeart/2005/8/layout/default"/>
    <dgm:cxn modelId="{A0F1CDB6-4A2A-4F2F-A3C0-CA2BE7308D2B}" type="presParOf" srcId="{91F98574-1FDD-4B2B-81AC-7504FBE7721B}" destId="{7086AF78-8FF1-4363-88BD-058C82C76A1A}" srcOrd="2" destOrd="0" presId="urn:microsoft.com/office/officeart/2005/8/layout/default"/>
    <dgm:cxn modelId="{369CA34E-42E8-4186-9B9A-25433326CA03}" type="presParOf" srcId="{91F98574-1FDD-4B2B-81AC-7504FBE7721B}" destId="{C05AF715-8DFB-4B82-8BC5-1AE00A5FA0E7}" srcOrd="3" destOrd="0" presId="urn:microsoft.com/office/officeart/2005/8/layout/default"/>
    <dgm:cxn modelId="{589F1E26-3CE5-437B-8E14-C238F664F744}" type="presParOf" srcId="{91F98574-1FDD-4B2B-81AC-7504FBE7721B}" destId="{FC930309-175D-403C-90C4-690DF6DD7B82}" srcOrd="4" destOrd="0" presId="urn:microsoft.com/office/officeart/2005/8/layout/default"/>
    <dgm:cxn modelId="{B3B45310-CE16-4511-9E27-F849B6198A24}" type="presParOf" srcId="{91F98574-1FDD-4B2B-81AC-7504FBE7721B}" destId="{00B76E30-1E35-40C7-8139-B9673B227B74}" srcOrd="5" destOrd="0" presId="urn:microsoft.com/office/officeart/2005/8/layout/default"/>
    <dgm:cxn modelId="{8DA84D3A-D7E6-492A-A6AE-A80CF1405D90}" type="presParOf" srcId="{91F98574-1FDD-4B2B-81AC-7504FBE7721B}" destId="{A3274D0D-5CBC-4863-AB9A-1193060FD81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AAFD0-300E-41D8-949F-4837DCA6FEF6}">
      <dsp:nvSpPr>
        <dsp:cNvPr id="0" name=""/>
        <dsp:cNvSpPr/>
      </dsp:nvSpPr>
      <dsp:spPr>
        <a:xfrm>
          <a:off x="700" y="640715"/>
          <a:ext cx="2730395" cy="1638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Calibri"/>
            </a:rPr>
            <a:t>Δυνατότητα χρήσης από άτομα που δε διαθέτουν γνώσεις υπολογιστών</a:t>
          </a:r>
        </a:p>
      </dsp:txBody>
      <dsp:txXfrm>
        <a:off x="700" y="640715"/>
        <a:ext cx="2730395" cy="1638237"/>
      </dsp:txXfrm>
    </dsp:sp>
    <dsp:sp modelId="{7086AF78-8FF1-4363-88BD-058C82C76A1A}">
      <dsp:nvSpPr>
        <dsp:cNvPr id="0" name=""/>
        <dsp:cNvSpPr/>
      </dsp:nvSpPr>
      <dsp:spPr>
        <a:xfrm>
          <a:off x="3004134" y="640715"/>
          <a:ext cx="2730395" cy="1638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/>
            </a:rPr>
            <a:t>Φιλικότητα π</a:t>
          </a:r>
          <a:r>
            <a:rPr lang="en-US" sz="2400" kern="1200" dirty="0" err="1">
              <a:latin typeface="Calibri"/>
            </a:rPr>
            <a:t>ρος</a:t>
          </a:r>
          <a:r>
            <a:rPr lang="en-US" sz="2400" kern="1200" dirty="0">
              <a:latin typeface="Calibri"/>
            </a:rPr>
            <a:t> </a:t>
          </a:r>
          <a:r>
            <a:rPr lang="en-US" sz="2400" kern="1200" dirty="0" err="1">
              <a:latin typeface="Calibri"/>
            </a:rPr>
            <a:t>τον</a:t>
          </a:r>
          <a:r>
            <a:rPr lang="en-US" sz="2400" kern="1200" dirty="0">
              <a:latin typeface="Calibri"/>
            </a:rPr>
            <a:t> χρήστη</a:t>
          </a:r>
        </a:p>
      </dsp:txBody>
      <dsp:txXfrm>
        <a:off x="3004134" y="640715"/>
        <a:ext cx="2730395" cy="1638237"/>
      </dsp:txXfrm>
    </dsp:sp>
    <dsp:sp modelId="{FC930309-175D-403C-90C4-690DF6DD7B82}">
      <dsp:nvSpPr>
        <dsp:cNvPr id="0" name=""/>
        <dsp:cNvSpPr/>
      </dsp:nvSpPr>
      <dsp:spPr>
        <a:xfrm>
          <a:off x="700" y="2551991"/>
          <a:ext cx="2730395" cy="1638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/>
            </a:rPr>
            <a:t>Απλή </a:t>
          </a:r>
          <a:r>
            <a:rPr lang="el-GR" sz="2400" kern="1200" dirty="0">
              <a:latin typeface="Calibri"/>
            </a:rPr>
            <a:t>αλληλεπίδραση</a:t>
          </a:r>
          <a:r>
            <a:rPr lang="en-US" sz="2400" kern="1200" dirty="0">
              <a:latin typeface="Calibri"/>
            </a:rPr>
            <a:t> </a:t>
          </a:r>
          <a:r>
            <a:rPr lang="el-GR" sz="2400" kern="1200" dirty="0">
              <a:latin typeface="Calibri"/>
            </a:rPr>
            <a:t>μέσω</a:t>
          </a:r>
          <a:r>
            <a:rPr lang="en-US" sz="2400" kern="1200" dirty="0">
              <a:latin typeface="Calibri"/>
            </a:rPr>
            <a:t> </a:t>
          </a:r>
          <a:r>
            <a:rPr lang="el-GR" sz="2400" kern="1200" dirty="0">
              <a:latin typeface="Calibri"/>
            </a:rPr>
            <a:t>αριθμημένων</a:t>
          </a:r>
          <a:r>
            <a:rPr lang="en-US" sz="2400" kern="1200" dirty="0">
              <a:latin typeface="Calibri"/>
            </a:rPr>
            <a:t> μενού</a:t>
          </a:r>
        </a:p>
      </dsp:txBody>
      <dsp:txXfrm>
        <a:off x="700" y="2551991"/>
        <a:ext cx="2730395" cy="1638237"/>
      </dsp:txXfrm>
    </dsp:sp>
    <dsp:sp modelId="{A3274D0D-5CBC-4863-AB9A-1193060FD81E}">
      <dsp:nvSpPr>
        <dsp:cNvPr id="0" name=""/>
        <dsp:cNvSpPr/>
      </dsp:nvSpPr>
      <dsp:spPr>
        <a:xfrm>
          <a:off x="3004134" y="2551991"/>
          <a:ext cx="2730395" cy="1638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Calibri"/>
            </a:rPr>
            <a:t>Μικρές απαιτήσεις σε αποθηκευτικό χώρο</a:t>
          </a:r>
          <a:endParaRPr lang="en-US" sz="2400" kern="1200" dirty="0">
            <a:latin typeface="Calibri"/>
          </a:endParaRPr>
        </a:p>
      </dsp:txBody>
      <dsp:txXfrm>
        <a:off x="3004134" y="2551991"/>
        <a:ext cx="2730395" cy="1638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Εικόνα 1" descr="Εικόνα που περιέχει σχεδίαση, clipart, γραφικά, εικονογράφηση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531AAB7B-285B-9C94-0A83-7D8296EE4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256" y="1508575"/>
            <a:ext cx="2202705" cy="22027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F60F2A-58E1-880C-D4D2-4D5DBA8FBDF9}"/>
              </a:ext>
            </a:extLst>
          </p:cNvPr>
          <p:cNvSpPr txBox="1"/>
          <p:nvPr/>
        </p:nvSpPr>
        <p:spPr>
          <a:xfrm>
            <a:off x="3715497" y="3866117"/>
            <a:ext cx="176216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 sz="4000" b="1" dirty="0">
                <a:ea typeface="Calibri"/>
                <a:cs typeface="Calibri"/>
              </a:rPr>
              <a:t>Reci-PY</a:t>
            </a:r>
            <a:endParaRPr lang="el-GR" sz="2000" dirty="0">
              <a:ea typeface="Calibri"/>
              <a:cs typeface="Calibri"/>
            </a:endParaRPr>
          </a:p>
          <a:p>
            <a:pPr algn="ctr"/>
            <a:r>
              <a:rPr lang="el-GR" sz="2000" dirty="0">
                <a:ea typeface="Calibri"/>
                <a:cs typeface="Calibri"/>
              </a:rPr>
              <a:t>Ρε 'συ πάει!</a:t>
            </a:r>
          </a:p>
        </p:txBody>
      </p:sp>
    </p:spTree>
    <p:extLst>
      <p:ext uri="{BB962C8B-B14F-4D97-AF65-F5344CB8AC3E}">
        <p14:creationId xmlns:p14="http://schemas.microsoft.com/office/powerpoint/2010/main" val="255382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E237B6-6302-169A-5238-AFF84698CFE7}"/>
              </a:ext>
            </a:extLst>
          </p:cNvPr>
          <p:cNvSpPr txBox="1"/>
          <p:nvPr/>
        </p:nvSpPr>
        <p:spPr>
          <a:xfrm>
            <a:off x="1174860" y="1303776"/>
            <a:ext cx="679691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l-GR" b="1" dirty="0">
                <a:ea typeface="Calibri"/>
                <a:cs typeface="Calibri"/>
              </a:rPr>
              <a:t>Περιεχόμενα</a:t>
            </a:r>
          </a:p>
          <a:p>
            <a:endParaRPr lang="el-GR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Στόχοι εφαρμογής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Τεχνολογίες που χρησιμοποιήθηκαν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Σχεδίαση και λειτουργικότητα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Διάρθρωση ομάδας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Καταχώρηση συνταγής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Αναζήτηση συνταγής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Τροποποίηση/διαγραφή συνταγής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Εκτέλεση συνταγής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Υπολογισμός κόστους συνταγής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Αποτελέσματα εφαρμογής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Προβλήματα και λύσεις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Συμπεράσματα</a:t>
            </a:r>
          </a:p>
          <a:p>
            <a:pPr marL="342900" indent="-342900">
              <a:buFont typeface="Arial"/>
              <a:buChar char="•"/>
            </a:pPr>
            <a:r>
              <a:rPr lang="el-GR" dirty="0">
                <a:ea typeface="Calibri"/>
                <a:cs typeface="Calibri"/>
              </a:rPr>
              <a:t>Επόμενα βήματα</a:t>
            </a:r>
          </a:p>
        </p:txBody>
      </p:sp>
    </p:spTree>
    <p:extLst>
      <p:ext uri="{BB962C8B-B14F-4D97-AF65-F5344CB8AC3E}">
        <p14:creationId xmlns:p14="http://schemas.microsoft.com/office/powerpoint/2010/main" val="2364179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Σύστημ</a:t>
            </a:r>
            <a:r>
              <a:rPr dirty="0"/>
              <a:t>α Διαχείρισης Συνταγών Μαγειρικής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Πα</a:t>
            </a:r>
            <a:r>
              <a:rPr dirty="0" err="1"/>
              <a:t>ρουσί</a:t>
            </a:r>
            <a:r>
              <a:rPr dirty="0"/>
              <a:t>αση Ομαδικής Εργασίας</a:t>
            </a:r>
          </a:p>
          <a:p>
            <a:pPr algn="l">
              <a:defRPr sz="2400"/>
            </a:pPr>
            <a:r>
              <a:rPr dirty="0" err="1"/>
              <a:t>Υλο</a:t>
            </a:r>
            <a:r>
              <a:rPr dirty="0"/>
              <a:t>ποίηση σε </a:t>
            </a:r>
            <a:r>
              <a:rPr lang="el-GR" dirty="0"/>
              <a:t>γλώσσα </a:t>
            </a:r>
            <a:r>
              <a:rPr dirty="0"/>
              <a:t>Pytho</a:t>
            </a:r>
            <a:r>
              <a:rPr lang="en-US" dirty="0"/>
              <a:t>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709"/>
            <a:ext cx="8229600" cy="1143000"/>
          </a:xfrm>
        </p:spPr>
        <p:txBody>
          <a:bodyPr/>
          <a:lstStyle/>
          <a:p>
            <a:r>
              <a:rPr dirty="0" err="1"/>
              <a:t>Στόχοι</a:t>
            </a:r>
            <a:r>
              <a:rPr dirty="0"/>
              <a:t> </a:t>
            </a:r>
            <a:r>
              <a:rPr dirty="0" err="1"/>
              <a:t>Εφ</a:t>
            </a:r>
            <a:r>
              <a:rPr dirty="0"/>
              <a:t>αρμογής</a:t>
            </a:r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BDF3CDF0-306C-0275-3243-CDB0570EDE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253785"/>
              </p:ext>
            </p:extLst>
          </p:nvPr>
        </p:nvGraphicFramePr>
        <p:xfrm>
          <a:off x="1709442" y="1225943"/>
          <a:ext cx="5735230" cy="4830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Τεχνολογίες</a:t>
            </a:r>
            <a:r>
              <a:rPr dirty="0"/>
              <a:t> π</a:t>
            </a:r>
            <a:r>
              <a:rPr dirty="0" err="1"/>
              <a:t>ου</a:t>
            </a:r>
            <a:r>
              <a:rPr dirty="0"/>
              <a:t> </a:t>
            </a:r>
            <a:r>
              <a:rPr dirty="0" err="1"/>
              <a:t>Χρησιμο</a:t>
            </a:r>
            <a:r>
              <a:rPr dirty="0"/>
              <a:t>ποιήθηκαν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Γλώσσ</a:t>
            </a:r>
            <a:r>
              <a:rPr dirty="0"/>
              <a:t>α Python</a:t>
            </a:r>
          </a:p>
          <a:p>
            <a:pPr algn="l">
              <a:defRPr sz="2400"/>
            </a:pPr>
            <a:r>
              <a:rPr dirty="0"/>
              <a:t>JSON </a:t>
            </a:r>
            <a:r>
              <a:rPr dirty="0" err="1"/>
              <a:t>γι</a:t>
            </a:r>
            <a:r>
              <a:rPr dirty="0"/>
              <a:t>α αποθήκευση δεδομένων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Σχεδίαση και Λειτουργικότητα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3767" y="1507649"/>
            <a:ext cx="6156467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Κατα</a:t>
            </a:r>
            <a:r>
              <a:rPr dirty="0" err="1"/>
              <a:t>χώρηση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</a:t>
            </a:r>
            <a:r>
              <a:rPr dirty="0" err="1"/>
              <a:t>γών</a:t>
            </a:r>
            <a:endParaRPr dirty="0" err="1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 err="1"/>
              <a:t>Αν</a:t>
            </a:r>
            <a:r>
              <a:rPr dirty="0"/>
              <a:t>αζήτηση συνταγών</a:t>
            </a:r>
          </a:p>
          <a:p>
            <a:pPr>
              <a:defRPr sz="2400"/>
            </a:pPr>
            <a:r>
              <a:rPr lang="el-GR" dirty="0">
                <a:ea typeface="Calibri"/>
                <a:cs typeface="Calibri"/>
              </a:rPr>
              <a:t>Τροποποίηση/διαγραφή συνταγών</a:t>
            </a:r>
            <a:endParaRPr lang="el-GR" dirty="0"/>
          </a:p>
          <a:p>
            <a:pPr algn="l">
              <a:defRPr sz="2400"/>
            </a:pPr>
            <a:r>
              <a:rPr dirty="0" err="1"/>
              <a:t>Εκτέλεση</a:t>
            </a:r>
            <a:r>
              <a:rPr dirty="0"/>
              <a:t> </a:t>
            </a:r>
            <a:r>
              <a:rPr lang="el-GR" dirty="0"/>
              <a:t>συνταγών</a:t>
            </a:r>
            <a:endParaRPr dirty="0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/>
              <a:t>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r>
              <a:rPr dirty="0"/>
              <a:t> </a:t>
            </a:r>
            <a:r>
              <a:rPr lang="el-GR" dirty="0"/>
              <a:t>συνταγών</a:t>
            </a:r>
            <a:endParaRPr dirty="0">
              <a:ea typeface="Calibri"/>
              <a:cs typeface="Calibri"/>
            </a:endParaRPr>
          </a:p>
          <a:p>
            <a:pPr>
              <a:defRPr sz="2400"/>
            </a:pPr>
            <a:r>
              <a:rPr lang="el-GR" dirty="0"/>
              <a:t>Διαχείριση προϊόντων και τιμών τους</a:t>
            </a:r>
            <a:endParaRPr lang="el-GR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Διάρθρωση Ομάδας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  <a:defRPr sz="2400"/>
            </a:pPr>
            <a:r>
              <a:rPr dirty="0"/>
              <a:t>Η εργασία μοιράστηκε σε 5 μέλη:</a:t>
            </a:r>
            <a:endParaRPr lang="el-GR" dirty="0">
              <a:ea typeface="Calibri"/>
              <a:cs typeface="Calibri"/>
            </a:endParaRPr>
          </a:p>
          <a:p>
            <a:pPr marL="0" indent="0">
              <a:buNone/>
              <a:defRPr sz="2400"/>
            </a:pPr>
            <a:endParaRPr lang="el-GR" dirty="0"/>
          </a:p>
          <a:p>
            <a:pPr>
              <a:defRPr sz="2400"/>
            </a:pPr>
            <a:r>
              <a:rPr dirty="0" err="1"/>
              <a:t>Στέλιος</a:t>
            </a:r>
            <a:r>
              <a:rPr dirty="0"/>
              <a:t>: Κατα</a:t>
            </a:r>
            <a:r>
              <a:rPr dirty="0" err="1"/>
              <a:t>χώρηση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</a:t>
            </a:r>
            <a:r>
              <a:rPr dirty="0" err="1"/>
              <a:t>γής</a:t>
            </a:r>
            <a:r>
              <a:rPr dirty="0"/>
              <a:t>, </a:t>
            </a:r>
            <a:r>
              <a:rPr lang="el-GR" dirty="0"/>
              <a:t>διαχείριση προϊόντων, αρχεία JSON</a:t>
            </a:r>
            <a:endParaRPr dirty="0">
              <a:ea typeface="Calibri"/>
              <a:cs typeface="Calibri"/>
            </a:endParaRPr>
          </a:p>
          <a:p>
            <a:pPr>
              <a:defRPr sz="2400"/>
            </a:pPr>
            <a:r>
              <a:rPr dirty="0" err="1"/>
              <a:t>Κωστής</a:t>
            </a:r>
            <a:r>
              <a:rPr dirty="0"/>
              <a:t>: </a:t>
            </a:r>
            <a:r>
              <a:rPr dirty="0" err="1"/>
              <a:t>Τρο</a:t>
            </a:r>
            <a:r>
              <a:rPr dirty="0"/>
              <a:t>ποπ</a:t>
            </a:r>
            <a:r>
              <a:rPr dirty="0" err="1"/>
              <a:t>οίηση</a:t>
            </a:r>
            <a:r>
              <a:rPr dirty="0"/>
              <a:t>/</a:t>
            </a:r>
            <a:r>
              <a:rPr dirty="0" err="1"/>
              <a:t>δι</a:t>
            </a:r>
            <a:r>
              <a:rPr dirty="0"/>
              <a:t>α</a:t>
            </a:r>
            <a:r>
              <a:rPr dirty="0" err="1"/>
              <a:t>γρ</a:t>
            </a:r>
            <a:r>
              <a:rPr dirty="0"/>
              <a:t>α</a:t>
            </a:r>
            <a:r>
              <a:rPr dirty="0" err="1"/>
              <a:t>φή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</a:t>
            </a:r>
            <a:r>
              <a:rPr dirty="0" err="1"/>
              <a:t>γής</a:t>
            </a:r>
            <a:r>
              <a:rPr dirty="0"/>
              <a:t>, </a:t>
            </a:r>
            <a:r>
              <a:rPr lang="el-GR" dirty="0"/>
              <a:t>δημιουργία κεντρικού μενού</a:t>
            </a:r>
            <a:endParaRPr dirty="0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 err="1"/>
              <a:t>Αλέξ</a:t>
            </a:r>
            <a:r>
              <a:rPr dirty="0"/>
              <a:t>ανδρος: Εκτέλεση συνταγής</a:t>
            </a:r>
          </a:p>
          <a:p>
            <a:pPr algn="l">
              <a:defRPr sz="2400"/>
            </a:pPr>
            <a:r>
              <a:rPr dirty="0" err="1"/>
              <a:t>Γιάννης</a:t>
            </a:r>
            <a:r>
              <a:rPr dirty="0"/>
              <a:t>: </a:t>
            </a:r>
            <a:r>
              <a:rPr dirty="0" err="1"/>
              <a:t>Αν</a:t>
            </a:r>
            <a:r>
              <a:rPr dirty="0"/>
              <a:t>αζήτηση συνταγής</a:t>
            </a:r>
          </a:p>
          <a:p>
            <a:pPr algn="l">
              <a:defRPr sz="2400"/>
            </a:pPr>
            <a:r>
              <a:rPr dirty="0" err="1"/>
              <a:t>Γιώργος</a:t>
            </a:r>
            <a:r>
              <a:rPr dirty="0"/>
              <a:t>: 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Καταχώρηση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/>
              <a:t>Ο </a:t>
            </a:r>
            <a:r>
              <a:rPr dirty="0" err="1"/>
              <a:t>χρήστης</a:t>
            </a:r>
            <a:r>
              <a:rPr dirty="0"/>
              <a:t> κατα</a:t>
            </a:r>
            <a:r>
              <a:rPr dirty="0" err="1"/>
              <a:t>χωρεί</a:t>
            </a:r>
            <a:r>
              <a:rPr dirty="0"/>
              <a:t>:</a:t>
            </a:r>
          </a:p>
          <a:p>
            <a:pPr algn="l">
              <a:defRPr sz="2400"/>
            </a:pPr>
            <a:r>
              <a:rPr dirty="0" err="1"/>
              <a:t>Όνομ</a:t>
            </a:r>
            <a:r>
              <a:rPr dirty="0"/>
              <a:t>α συνταγής</a:t>
            </a:r>
          </a:p>
          <a:p>
            <a:pPr algn="l">
              <a:defRPr sz="2400"/>
            </a:pPr>
            <a:r>
              <a:rPr dirty="0"/>
              <a:t>Κα</a:t>
            </a:r>
            <a:r>
              <a:rPr dirty="0" err="1"/>
              <a:t>τηγορί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/>
              <a:t>Βα</a:t>
            </a:r>
            <a:r>
              <a:rPr dirty="0" err="1"/>
              <a:t>θμό</a:t>
            </a:r>
            <a:r>
              <a:rPr dirty="0"/>
              <a:t> </a:t>
            </a:r>
            <a:r>
              <a:rPr dirty="0" err="1"/>
              <a:t>δυσκολί</a:t>
            </a:r>
            <a:r>
              <a:rPr dirty="0"/>
              <a:t>ας</a:t>
            </a:r>
          </a:p>
          <a:p>
            <a:pPr algn="l">
              <a:defRPr sz="2400"/>
            </a:pPr>
            <a:r>
              <a:rPr dirty="0" err="1"/>
              <a:t>Χρόνο</a:t>
            </a:r>
            <a:r>
              <a:rPr dirty="0"/>
              <a:t> </a:t>
            </a:r>
            <a:r>
              <a:rPr dirty="0" err="1"/>
              <a:t>εκτέλεσης</a:t>
            </a:r>
            <a:endParaRPr dirty="0"/>
          </a:p>
          <a:p>
            <a:pPr algn="l">
              <a:defRPr sz="2400"/>
            </a:pPr>
            <a:r>
              <a:rPr dirty="0" err="1"/>
              <a:t>Υλικά</a:t>
            </a:r>
            <a:endParaRPr dirty="0"/>
          </a:p>
          <a:p>
            <a:pPr algn="l">
              <a:defRPr sz="2400"/>
            </a:pPr>
            <a:r>
              <a:rPr dirty="0" err="1"/>
              <a:t>Βήμ</a:t>
            </a:r>
            <a:r>
              <a:rPr dirty="0"/>
              <a:t>ατα εκτέλεσης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στιγμιότυπο οθόνη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4152155D-E3AD-823F-018C-3F284A192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3" y="509587"/>
            <a:ext cx="902017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Αναζήτηση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 err="1"/>
              <a:t>Αν</a:t>
            </a:r>
            <a:r>
              <a:rPr dirty="0"/>
              <a:t>α</a:t>
            </a:r>
            <a:r>
              <a:rPr dirty="0" err="1"/>
              <a:t>ζήτηση</a:t>
            </a:r>
            <a:r>
              <a:rPr dirty="0"/>
              <a:t> </a:t>
            </a:r>
            <a:r>
              <a:rPr dirty="0" err="1"/>
              <a:t>με</a:t>
            </a:r>
            <a:r>
              <a:rPr dirty="0"/>
              <a:t> β</a:t>
            </a:r>
            <a:r>
              <a:rPr dirty="0" err="1"/>
              <a:t>άση</a:t>
            </a:r>
            <a:r>
              <a:rPr dirty="0"/>
              <a:t>:</a:t>
            </a:r>
            <a:endParaRPr dirty="0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/>
              <a:t>Κα</a:t>
            </a:r>
            <a:r>
              <a:rPr dirty="0" err="1"/>
              <a:t>τηγορί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 err="1"/>
              <a:t>Δυσκολί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 err="1"/>
              <a:t>Χρόνο</a:t>
            </a:r>
            <a:r>
              <a:rPr dirty="0"/>
              <a:t> </a:t>
            </a:r>
            <a:r>
              <a:rPr dirty="0" err="1"/>
              <a:t>εκτέλεσης</a:t>
            </a:r>
            <a:endParaRPr dirty="0"/>
          </a:p>
          <a:p>
            <a:pPr algn="l">
              <a:defRPr sz="2400"/>
            </a:pPr>
            <a:r>
              <a:rPr dirty="0" err="1"/>
              <a:t>Υλικά</a:t>
            </a:r>
          </a:p>
          <a:p>
            <a:pPr>
              <a:defRPr sz="2400"/>
            </a:pPr>
            <a:endParaRPr lang="el-GR" dirty="0">
              <a:ea typeface="Calibri"/>
              <a:cs typeface="Calibri"/>
            </a:endParaRPr>
          </a:p>
          <a:p>
            <a:pPr marL="0" indent="0">
              <a:buNone/>
              <a:defRPr sz="2400"/>
            </a:pPr>
            <a:r>
              <a:rPr lang="el-GR" dirty="0">
                <a:ea typeface="Calibri"/>
                <a:cs typeface="Calibri"/>
              </a:rPr>
              <a:t>Δυνατότητα εμφάνισης όλων των αποθηκευμένων συνταγών.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στιγμιότυπο οθόνης, γραμματοσειρά, ασπρόμαυρο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1E95916F-9829-F587-84A9-034B44B3D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947738"/>
            <a:ext cx="56959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4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Τροποποίηση / Διαγραφή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 err="1"/>
              <a:t>Δυν</a:t>
            </a:r>
            <a:r>
              <a:rPr dirty="0"/>
              <a:t>ατότητα αλλαγής:</a:t>
            </a:r>
          </a:p>
          <a:p>
            <a:pPr algn="l">
              <a:defRPr sz="2400"/>
            </a:pPr>
            <a:r>
              <a:rPr dirty="0" err="1"/>
              <a:t>Ονόμ</a:t>
            </a:r>
            <a:r>
              <a:rPr dirty="0"/>
              <a:t>ατος</a:t>
            </a:r>
          </a:p>
          <a:p>
            <a:pPr algn="l">
              <a:defRPr sz="2400"/>
            </a:pPr>
            <a:r>
              <a:rPr dirty="0"/>
              <a:t>Κα</a:t>
            </a:r>
            <a:r>
              <a:rPr dirty="0" err="1"/>
              <a:t>τηγορί</a:t>
            </a:r>
            <a:r>
              <a:rPr dirty="0"/>
              <a:t>ας</a:t>
            </a:r>
          </a:p>
          <a:p>
            <a:pPr algn="l">
              <a:defRPr sz="2400"/>
            </a:pPr>
            <a:r>
              <a:rPr dirty="0" err="1"/>
              <a:t>Υλικών</a:t>
            </a:r>
            <a:endParaRPr dirty="0"/>
          </a:p>
          <a:p>
            <a:pPr algn="l">
              <a:defRPr sz="2400"/>
            </a:pPr>
            <a:r>
              <a:rPr dirty="0" err="1"/>
              <a:t>Βημάτων</a:t>
            </a:r>
            <a:endParaRPr dirty="0"/>
          </a:p>
          <a:p>
            <a:pPr algn="l">
              <a:defRPr sz="2400"/>
            </a:pPr>
            <a:r>
              <a:rPr dirty="0" err="1"/>
              <a:t>Χρόνου</a:t>
            </a:r>
            <a:r>
              <a:rPr dirty="0"/>
              <a:t> </a:t>
            </a:r>
            <a:r>
              <a:rPr dirty="0" err="1"/>
              <a:t>εκτέλεσης</a:t>
            </a:r>
            <a:endParaRPr dirty="0"/>
          </a:p>
          <a:p>
            <a:pPr algn="l">
              <a:defRPr sz="2400"/>
            </a:pPr>
            <a:r>
              <a:rPr dirty="0" err="1"/>
              <a:t>Δι</a:t>
            </a:r>
            <a:r>
              <a:rPr dirty="0"/>
              <a:t>αγραφή συνταγής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στιγμιότυπο οθόνη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F6507157-3EED-4021-0CFA-9F2F86C31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409700"/>
            <a:ext cx="82677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Εκτέλεση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Πα</a:t>
            </a:r>
            <a:r>
              <a:rPr dirty="0" err="1"/>
              <a:t>ρουσί</a:t>
            </a:r>
            <a:r>
              <a:rPr dirty="0"/>
              <a:t>αση βημάτων εκτέλεσης</a:t>
            </a:r>
          </a:p>
          <a:p>
            <a:pPr algn="l">
              <a:defRPr sz="2400"/>
            </a:pPr>
            <a:r>
              <a:rPr dirty="0" err="1"/>
              <a:t>Εμφάνιση</a:t>
            </a:r>
            <a:r>
              <a:rPr dirty="0"/>
              <a:t> </a:t>
            </a:r>
            <a:r>
              <a:rPr dirty="0" err="1"/>
              <a:t>χρόνου</a:t>
            </a:r>
            <a:r>
              <a:rPr dirty="0"/>
              <a:t> και </a:t>
            </a:r>
            <a:r>
              <a:rPr dirty="0" err="1"/>
              <a:t>υλικών</a:t>
            </a:r>
            <a:r>
              <a:rPr dirty="0"/>
              <a:t> </a:t>
            </a:r>
            <a:r>
              <a:rPr dirty="0" err="1"/>
              <a:t>κάθε</a:t>
            </a:r>
            <a:r>
              <a:rPr dirty="0"/>
              <a:t> β</a:t>
            </a:r>
            <a:r>
              <a:rPr dirty="0" err="1"/>
              <a:t>ήμ</a:t>
            </a:r>
            <a:r>
              <a:rPr dirty="0"/>
              <a:t>ατος</a:t>
            </a:r>
          </a:p>
          <a:p>
            <a:pPr algn="l">
              <a:defRPr sz="2400"/>
            </a:pPr>
            <a:r>
              <a:rPr err="1"/>
              <a:t>Ποσοστό</a:t>
            </a:r>
            <a:r>
              <a:rPr dirty="0"/>
              <a:t> π</a:t>
            </a:r>
            <a:r>
              <a:rPr err="1"/>
              <a:t>ροόδου</a:t>
            </a:r>
            <a:r>
              <a:rPr dirty="0"/>
              <a:t> β</a:t>
            </a:r>
            <a:r>
              <a:rPr err="1"/>
              <a:t>άσει</a:t>
            </a:r>
            <a:r>
              <a:rPr dirty="0"/>
              <a:t> </a:t>
            </a:r>
            <a:r>
              <a:rPr err="1"/>
              <a:t>χρόνου</a:t>
            </a:r>
            <a:endParaRPr dirty="0" err="1">
              <a:ea typeface="Calibri"/>
              <a:cs typeface="Calibri"/>
            </a:endParaRPr>
          </a:p>
          <a:p>
            <a:pPr>
              <a:defRPr sz="2400"/>
            </a:pPr>
            <a:r>
              <a:rPr lang="el-GR" dirty="0">
                <a:ea typeface="Calibri"/>
                <a:cs typeface="Calibri"/>
              </a:rPr>
              <a:t>Ήχος υπενθύμισης με την ολοκλήρωση εκάστου βήματος</a:t>
            </a:r>
          </a:p>
          <a:p>
            <a:pPr algn="l">
              <a:defRPr sz="2400"/>
            </a:pPr>
            <a:r>
              <a:rPr dirty="0" err="1"/>
              <a:t>Ολοκλήρωση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Εικόνα που περιέχει κείμενο, στιγμιότυπο οθόνης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E196BCCF-5AB7-B437-918C-575D95A2E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184" y="207605"/>
            <a:ext cx="4763817" cy="6451375"/>
          </a:xfrm>
        </p:spPr>
      </p:pic>
    </p:spTree>
    <p:extLst>
      <p:ext uri="{BB962C8B-B14F-4D97-AF65-F5344CB8AC3E}">
        <p14:creationId xmlns:p14="http://schemas.microsoft.com/office/powerpoint/2010/main" val="732854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Υπολογισμός Κόστους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Επ</a:t>
            </a:r>
            <a:r>
              <a:rPr dirty="0" err="1"/>
              <a:t>ιλογή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  <a:p>
            <a:pPr algn="l">
              <a:defRPr sz="2400"/>
            </a:pPr>
            <a:r>
              <a:rPr dirty="0"/>
              <a:t>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r>
              <a:rPr dirty="0"/>
              <a:t> β</a:t>
            </a:r>
            <a:r>
              <a:rPr dirty="0" err="1"/>
              <a:t>άσει</a:t>
            </a:r>
            <a:r>
              <a:rPr dirty="0"/>
              <a:t> </a:t>
            </a:r>
            <a:r>
              <a:rPr dirty="0" err="1"/>
              <a:t>τιμών</a:t>
            </a:r>
            <a:r>
              <a:rPr dirty="0"/>
              <a:t> π</a:t>
            </a:r>
            <a:r>
              <a:rPr dirty="0" err="1"/>
              <a:t>ροϊόντων</a:t>
            </a:r>
            <a:endParaRPr dirty="0"/>
          </a:p>
          <a:p>
            <a:pPr>
              <a:defRPr sz="2400"/>
            </a:pPr>
            <a:r>
              <a:rPr lang="el-GR" dirty="0" err="1"/>
              <a:t>Επικαιροποίηση</a:t>
            </a:r>
            <a:r>
              <a:rPr lang="el-GR" dirty="0"/>
              <a:t> κόστους</a:t>
            </a:r>
            <a:r>
              <a:rPr dirty="0"/>
              <a:t> </a:t>
            </a:r>
            <a:r>
              <a:rPr dirty="0" err="1"/>
              <a:t>στο</a:t>
            </a:r>
            <a:r>
              <a:rPr dirty="0"/>
              <a:t> α</a:t>
            </a:r>
            <a:r>
              <a:rPr dirty="0" err="1"/>
              <a:t>ρχείο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</a:t>
            </a:r>
            <a:r>
              <a:rPr dirty="0" err="1"/>
              <a:t>γών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γραμματοσειρά, στιγμιότυπο οθόνης, μαύρο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4A928872-757F-D409-64A0-2E664835E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39" y="1434062"/>
            <a:ext cx="7714322" cy="398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83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Αποτελέσματα Εφαρμογής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Φιλικότητ</a:t>
            </a:r>
            <a:r>
              <a:rPr dirty="0"/>
              <a:t>α στη χρήση</a:t>
            </a:r>
          </a:p>
          <a:p>
            <a:pPr algn="l">
              <a:defRPr sz="2400"/>
            </a:pPr>
            <a:r>
              <a:rPr dirty="0" err="1"/>
              <a:t>Ευελιξί</a:t>
            </a:r>
            <a:r>
              <a:rPr dirty="0"/>
              <a:t>α στην αναζήτηση συνταγών</a:t>
            </a:r>
          </a:p>
          <a:p>
            <a:pPr algn="l">
              <a:defRPr sz="2400"/>
            </a:pPr>
            <a:r>
              <a:rPr dirty="0" err="1"/>
              <a:t>Ακρί</a:t>
            </a:r>
            <a:r>
              <a:rPr dirty="0"/>
              <a:t>βεια στον υπολογισμό κόστους</a:t>
            </a:r>
          </a:p>
          <a:p>
            <a:pPr>
              <a:defRPr sz="2400"/>
            </a:pPr>
            <a:r>
              <a:rPr lang="el-GR" dirty="0"/>
              <a:t>Οπτικοακουστική </a:t>
            </a:r>
            <a:r>
              <a:rPr dirty="0"/>
              <a:t>υποβ</a:t>
            </a:r>
            <a:r>
              <a:rPr dirty="0" err="1"/>
              <a:t>οήθηση</a:t>
            </a:r>
            <a:r>
              <a:rPr dirty="0"/>
              <a:t> </a:t>
            </a:r>
            <a:r>
              <a:rPr dirty="0" err="1"/>
              <a:t>στην</a:t>
            </a:r>
            <a:r>
              <a:rPr dirty="0"/>
              <a:t> </a:t>
            </a:r>
            <a:r>
              <a:rPr dirty="0" err="1"/>
              <a:t>εκτέλεση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</a:t>
            </a:r>
            <a:r>
              <a:rPr dirty="0" err="1"/>
              <a:t>γής</a:t>
            </a:r>
            <a:endParaRPr dirty="0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 err="1"/>
              <a:t>Δυν</a:t>
            </a:r>
            <a:r>
              <a:rPr dirty="0"/>
              <a:t>ατότητα μελλοντικής εμπορικής αξιοποίησης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Προβλήματα και Λύσεις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>
              <a:defRPr sz="2400"/>
            </a:pPr>
            <a:r>
              <a:rPr lang="el-GR" dirty="0"/>
              <a:t>Διαχείριση χρήσης</a:t>
            </a:r>
            <a:endParaRPr lang="el-GR" dirty="0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 err="1"/>
              <a:t>Αντιστοίχιση</a:t>
            </a:r>
            <a:r>
              <a:rPr dirty="0"/>
              <a:t> </a:t>
            </a:r>
            <a:r>
              <a:rPr dirty="0" err="1"/>
              <a:t>υλικών</a:t>
            </a:r>
            <a:r>
              <a:rPr dirty="0"/>
              <a:t> και </a:t>
            </a:r>
            <a:r>
              <a:rPr dirty="0" err="1"/>
              <a:t>τιμών</a:t>
            </a:r>
            <a:endParaRPr dirty="0"/>
          </a:p>
          <a:p>
            <a:pPr algn="l">
              <a:defRPr sz="2400"/>
            </a:pPr>
            <a:r>
              <a:rPr dirty="0" err="1"/>
              <a:t>Έλεγχοι</a:t>
            </a:r>
            <a:r>
              <a:rPr dirty="0"/>
              <a:t> </a:t>
            </a:r>
            <a:r>
              <a:rPr dirty="0" err="1"/>
              <a:t>εγκυρότητ</a:t>
            </a:r>
            <a:r>
              <a:rPr dirty="0"/>
              <a:t>ας</a:t>
            </a:r>
          </a:p>
          <a:p>
            <a:pPr algn="l">
              <a:defRPr sz="2400"/>
            </a:pPr>
            <a:r>
              <a:rPr dirty="0" err="1"/>
              <a:t>Δοκιμές</a:t>
            </a:r>
            <a:r>
              <a:rPr dirty="0"/>
              <a:t> και απ</a:t>
            </a:r>
            <a:r>
              <a:rPr dirty="0" err="1"/>
              <a:t>οσφ</a:t>
            </a:r>
            <a:r>
              <a:rPr dirty="0"/>
              <a:t>αλμάτωση</a:t>
            </a:r>
          </a:p>
          <a:p>
            <a:pPr>
              <a:defRPr sz="2400"/>
            </a:pPr>
            <a:r>
              <a:rPr lang="el-GR" dirty="0">
                <a:ea typeface="Calibri"/>
                <a:cs typeface="Calibri"/>
              </a:rPr>
              <a:t>Δημιουργία εκτελέσιμου αρχείου το οποίο λειτουργεί χωρίς εγκατάσταση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Συμπεράσματα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defRPr sz="2400"/>
            </a:pPr>
            <a:endParaRPr lang="el-GR" dirty="0"/>
          </a:p>
          <a:p>
            <a:pPr>
              <a:defRPr sz="2400"/>
            </a:pPr>
            <a:r>
              <a:rPr lang="el-GR" dirty="0">
                <a:ea typeface="Calibri"/>
                <a:cs typeface="Calibri"/>
              </a:rPr>
              <a:t>Εξοικειωθήκαμε στη συνεργασία σε προγραμματιστικό περιβάλλον</a:t>
            </a:r>
          </a:p>
          <a:p>
            <a:pPr>
              <a:defRPr sz="2400"/>
            </a:pPr>
            <a:r>
              <a:rPr lang="el-GR" dirty="0"/>
              <a:t>Αναπτύξαμε</a:t>
            </a:r>
            <a:r>
              <a:rPr dirty="0"/>
              <a:t> </a:t>
            </a:r>
            <a:r>
              <a:rPr lang="el-GR" dirty="0"/>
              <a:t>δεξιότητες </a:t>
            </a:r>
            <a:r>
              <a:rPr dirty="0" err="1"/>
              <a:t>σε</a:t>
            </a:r>
            <a:r>
              <a:rPr dirty="0"/>
              <a:t> Python</a:t>
            </a:r>
            <a:endParaRPr dirty="0">
              <a:ea typeface="Calibri"/>
              <a:cs typeface="Calibri"/>
            </a:endParaRPr>
          </a:p>
          <a:p>
            <a:pPr>
              <a:defRPr sz="2400"/>
            </a:pPr>
            <a:r>
              <a:rPr lang="el-GR" dirty="0"/>
              <a:t>Εφαρμόσαμε αρχές προγραμματισμού και δομές δεδομένων</a:t>
            </a:r>
            <a:endParaRPr dirty="0">
              <a:ea typeface="Calibri"/>
              <a:cs typeface="Calibri"/>
            </a:endParaRPr>
          </a:p>
          <a:p>
            <a:pPr algn="l">
              <a:defRPr sz="2400"/>
            </a:pPr>
            <a:r>
              <a:rPr dirty="0" err="1"/>
              <a:t>Ετοιμότητ</a:t>
            </a:r>
            <a:r>
              <a:rPr dirty="0"/>
              <a:t>α </a:t>
            </a:r>
            <a:r>
              <a:rPr dirty="0" err="1"/>
              <a:t>γι</a:t>
            </a:r>
            <a:r>
              <a:rPr dirty="0"/>
              <a:t>α </a:t>
            </a:r>
            <a:r>
              <a:rPr dirty="0" err="1"/>
              <a:t>μελλοντικά</a:t>
            </a:r>
            <a:r>
              <a:rPr dirty="0"/>
              <a:t> </a:t>
            </a:r>
            <a:r>
              <a:rPr lang="af-ZA" dirty="0" err="1"/>
              <a:t>projects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Επόμενα Βήματα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Προσθήκη</a:t>
            </a:r>
            <a:r>
              <a:rPr dirty="0"/>
              <a:t> </a:t>
            </a:r>
            <a:r>
              <a:rPr dirty="0" err="1"/>
              <a:t>εικόνων</a:t>
            </a:r>
            <a:r>
              <a:rPr dirty="0"/>
              <a:t> και π</a:t>
            </a:r>
            <a:r>
              <a:rPr dirty="0" err="1"/>
              <a:t>ολυμέσων</a:t>
            </a:r>
            <a:endParaRPr dirty="0"/>
          </a:p>
          <a:p>
            <a:pPr algn="l">
              <a:defRPr sz="2400"/>
            </a:pPr>
            <a:r>
              <a:rPr dirty="0" err="1"/>
              <a:t>Δημιουργί</a:t>
            </a:r>
            <a:r>
              <a:rPr dirty="0"/>
              <a:t>α πλήρους GUI με Tkinter</a:t>
            </a:r>
          </a:p>
          <a:p>
            <a:pPr algn="l">
              <a:defRPr sz="2400"/>
            </a:pPr>
            <a:r>
              <a:rPr dirty="0"/>
              <a:t>Επ</a:t>
            </a:r>
            <a:r>
              <a:rPr dirty="0" err="1"/>
              <a:t>έκτ</a:t>
            </a:r>
            <a:r>
              <a:rPr dirty="0"/>
              <a:t>αση λειτουργιών αναζήτησης</a:t>
            </a:r>
          </a:p>
          <a:p>
            <a:pPr algn="l">
              <a:defRPr sz="2400"/>
            </a:pPr>
            <a:r>
              <a:rPr dirty="0" err="1"/>
              <a:t>Βελτιστο</a:t>
            </a:r>
            <a:r>
              <a:rPr dirty="0"/>
              <a:t>ποίηση κώδικα και UI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Ευχαριστούμε!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 sz="2400"/>
            </a:pPr>
            <a:r>
              <a:rPr dirty="0"/>
              <a:t>Ομαδική Εργασία - </a:t>
            </a:r>
            <a:r>
              <a:rPr lang="el-GR" dirty="0"/>
              <a:t>Ανάπτυξη Εφαρμογής Διαχείρισης</a:t>
            </a:r>
            <a:r>
              <a:rPr dirty="0"/>
              <a:t> Συνταγών Μαγειρικής</a:t>
            </a:r>
            <a:endParaRPr lang="el-GR" dirty="0">
              <a:ea typeface="Calibri"/>
              <a:cs typeface="Calibri"/>
            </a:endParaRPr>
          </a:p>
          <a:p>
            <a:pPr marL="0" indent="0">
              <a:buNone/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/>
              <a:t>Σας </a:t>
            </a:r>
            <a:r>
              <a:rPr dirty="0" err="1"/>
              <a:t>ευχ</a:t>
            </a:r>
            <a:r>
              <a:rPr dirty="0"/>
              <a:t>αριστούμε για την προσοχή σας!</a:t>
            </a:r>
          </a:p>
          <a:p>
            <a:pPr marL="0" indent="0">
              <a:buNone/>
              <a:defRPr sz="2400"/>
            </a:pPr>
            <a:r>
              <a:rPr lang="el-GR" dirty="0">
                <a:ea typeface="Calibri"/>
                <a:cs typeface="Calibri"/>
              </a:rPr>
              <a:t>Ομάδα 4η ΠΛΗΠΡΟ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271</Words>
  <Application>Microsoft Office PowerPoint</Application>
  <PresentationFormat>On-screen Show (4:3)</PresentationFormat>
  <Paragraphs>97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Σύστημα Διαχείρισης Συνταγών Μαγειρικής</vt:lpstr>
      <vt:lpstr>Στόχοι Εφαρμογής</vt:lpstr>
      <vt:lpstr>Τεχνολογίες που Χρησιμοποιήθηκαν</vt:lpstr>
      <vt:lpstr>Σχεδίαση και Λειτουργικότητα</vt:lpstr>
      <vt:lpstr>Διάρθρωση Ομάδας</vt:lpstr>
      <vt:lpstr>Καταχώρηση Συνταγής</vt:lpstr>
      <vt:lpstr>PowerPoint Presentation</vt:lpstr>
      <vt:lpstr>Αναζήτηση Συνταγής</vt:lpstr>
      <vt:lpstr>PowerPoint Presentation</vt:lpstr>
      <vt:lpstr>Τροποποίηση / Διαγραφή Συνταγής</vt:lpstr>
      <vt:lpstr>PowerPoint Presentation</vt:lpstr>
      <vt:lpstr>Εκτέλεση Συνταγής</vt:lpstr>
      <vt:lpstr>PowerPoint Presentation</vt:lpstr>
      <vt:lpstr>Υπολογισμός Κόστους Συνταγής</vt:lpstr>
      <vt:lpstr>PowerPoint Presentation</vt:lpstr>
      <vt:lpstr>Αποτελέσματα Εφαρμογής</vt:lpstr>
      <vt:lpstr>Προβλήματα και Λύσεις</vt:lpstr>
      <vt:lpstr>Συμπεράσματα</vt:lpstr>
      <vt:lpstr>Επόμενα Βήματα</vt:lpstr>
      <vt:lpstr>Ευχαριστούμε!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george c</dc:creator>
  <cp:keywords/>
  <dc:description>generated using python-pptx</dc:description>
  <cp:lastModifiedBy>george c</cp:lastModifiedBy>
  <cp:revision>184</cp:revision>
  <dcterms:created xsi:type="dcterms:W3CDTF">2013-01-27T09:14:16Z</dcterms:created>
  <dcterms:modified xsi:type="dcterms:W3CDTF">2025-06-07T09:06:58Z</dcterms:modified>
  <cp:category/>
</cp:coreProperties>
</file>