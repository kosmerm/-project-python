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60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Σύστημ</a:t>
            </a:r>
            <a:r>
              <a:rPr dirty="0"/>
              <a:t>α Διαχείρισης Συνταγών Μαγειρικής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/>
              <a:t>Πα</a:t>
            </a:r>
            <a:r>
              <a:rPr dirty="0" err="1"/>
              <a:t>ρουσί</a:t>
            </a:r>
            <a:r>
              <a:rPr dirty="0"/>
              <a:t>αση Ομαδικής Εργασίας</a:t>
            </a:r>
          </a:p>
          <a:p>
            <a:pPr algn="l">
              <a:defRPr sz="2400"/>
            </a:pPr>
            <a:r>
              <a:rPr dirty="0" err="1"/>
              <a:t>Υλο</a:t>
            </a:r>
            <a:r>
              <a:rPr dirty="0"/>
              <a:t>ποίηση σε </a:t>
            </a:r>
            <a:r>
              <a:rPr lang="el-GR" dirty="0"/>
              <a:t>γλώσσα </a:t>
            </a:r>
            <a:r>
              <a:rPr dirty="0"/>
              <a:t>Pytho</a:t>
            </a:r>
            <a:r>
              <a:rPr lang="en-US" dirty="0"/>
              <a:t>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Στόχοι</a:t>
            </a:r>
            <a:r>
              <a:rPr dirty="0"/>
              <a:t> </a:t>
            </a:r>
            <a:r>
              <a:rPr dirty="0" err="1"/>
              <a:t>Εφ</a:t>
            </a:r>
            <a:r>
              <a:rPr dirty="0"/>
              <a:t>αρμογής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400"/>
            </a:pPr>
            <a:r>
              <a:rPr dirty="0"/>
              <a:t>• </a:t>
            </a:r>
            <a:r>
              <a:rPr dirty="0" err="1"/>
              <a:t>Φιλικότητ</a:t>
            </a:r>
            <a:r>
              <a:rPr dirty="0"/>
              <a:t>α προς τον χρήστη</a:t>
            </a:r>
          </a:p>
          <a:p>
            <a:pPr marL="0" indent="0" algn="l">
              <a:buNone/>
              <a:defRPr sz="2400"/>
            </a:pPr>
            <a:r>
              <a:rPr dirty="0"/>
              <a:t>• Απ</a:t>
            </a:r>
            <a:r>
              <a:rPr dirty="0" err="1"/>
              <a:t>λή</a:t>
            </a:r>
            <a:r>
              <a:rPr dirty="0"/>
              <a:t> </a:t>
            </a:r>
            <a:r>
              <a:rPr dirty="0" err="1"/>
              <a:t>διε</a:t>
            </a:r>
            <a:r>
              <a:rPr dirty="0"/>
              <a:t>παφή με αριθμημένα μενού</a:t>
            </a:r>
          </a:p>
          <a:p>
            <a:pPr marL="0" indent="0" algn="l">
              <a:buNone/>
              <a:defRPr sz="2400"/>
            </a:pPr>
            <a:r>
              <a:rPr dirty="0"/>
              <a:t>• </a:t>
            </a:r>
            <a:r>
              <a:rPr dirty="0" err="1"/>
              <a:t>Δι</a:t>
            </a:r>
            <a:r>
              <a:rPr dirty="0"/>
              <a:t>αχείριση συνταγών και υλικών</a:t>
            </a:r>
          </a:p>
          <a:p>
            <a:pPr marL="0" indent="0" algn="l">
              <a:buNone/>
              <a:defRPr sz="2400"/>
            </a:pPr>
            <a:r>
              <a:rPr dirty="0"/>
              <a:t>• Υπ</a:t>
            </a:r>
            <a:r>
              <a:rPr dirty="0" err="1"/>
              <a:t>ολογισμός</a:t>
            </a:r>
            <a:r>
              <a:rPr dirty="0"/>
              <a:t> </a:t>
            </a:r>
            <a:r>
              <a:rPr dirty="0" err="1"/>
              <a:t>κόστους</a:t>
            </a:r>
            <a:endParaRPr dirty="0"/>
          </a:p>
          <a:p>
            <a:pPr marL="0" indent="0" algn="l">
              <a:buNone/>
              <a:defRPr sz="2400"/>
            </a:pPr>
            <a:r>
              <a:rPr dirty="0"/>
              <a:t>• </a:t>
            </a:r>
            <a:r>
              <a:rPr dirty="0" err="1"/>
              <a:t>Εκτέλεση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 βήμα-βήμα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Τεχνολογίες</a:t>
            </a:r>
            <a:r>
              <a:rPr dirty="0"/>
              <a:t> π</a:t>
            </a:r>
            <a:r>
              <a:rPr dirty="0" err="1"/>
              <a:t>ου</a:t>
            </a:r>
            <a:r>
              <a:rPr dirty="0"/>
              <a:t> </a:t>
            </a:r>
            <a:r>
              <a:rPr dirty="0" err="1"/>
              <a:t>Χρησιμο</a:t>
            </a:r>
            <a:r>
              <a:rPr dirty="0"/>
              <a:t>ποιήθηκαν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 err="1"/>
              <a:t>Γλώσσ</a:t>
            </a:r>
            <a:r>
              <a:rPr dirty="0"/>
              <a:t>α Python</a:t>
            </a:r>
          </a:p>
          <a:p>
            <a:pPr algn="l">
              <a:defRPr sz="2400"/>
            </a:pPr>
            <a:r>
              <a:rPr dirty="0"/>
              <a:t>JSON </a:t>
            </a:r>
            <a:r>
              <a:rPr dirty="0" err="1"/>
              <a:t>γι</a:t>
            </a:r>
            <a:r>
              <a:rPr dirty="0"/>
              <a:t>α αποθήκευση δεδομένων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Σχεδίαση και Λειτουργικότητα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/>
              <a:t>Κατα</a:t>
            </a:r>
            <a:r>
              <a:rPr dirty="0" err="1"/>
              <a:t>χώρηση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αγών</a:t>
            </a:r>
          </a:p>
          <a:p>
            <a:pPr algn="l">
              <a:defRPr sz="2400"/>
            </a:pPr>
            <a:r>
              <a:rPr dirty="0" err="1"/>
              <a:t>Δι</a:t>
            </a:r>
            <a:r>
              <a:rPr dirty="0"/>
              <a:t>αχείριση βημάτων εκτέλεσης</a:t>
            </a:r>
          </a:p>
          <a:p>
            <a:pPr algn="l">
              <a:defRPr sz="2400"/>
            </a:pPr>
            <a:r>
              <a:rPr dirty="0" err="1"/>
              <a:t>Αν</a:t>
            </a:r>
            <a:r>
              <a:rPr dirty="0"/>
              <a:t>αζήτηση συνταγών</a:t>
            </a:r>
          </a:p>
          <a:p>
            <a:pPr algn="l">
              <a:defRPr sz="2400"/>
            </a:pPr>
            <a:r>
              <a:rPr dirty="0" err="1"/>
              <a:t>Εκτέλεση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</a:t>
            </a:r>
          </a:p>
          <a:p>
            <a:pPr algn="l">
              <a:defRPr sz="2400"/>
            </a:pPr>
            <a:r>
              <a:rPr dirty="0"/>
              <a:t>Υπ</a:t>
            </a:r>
            <a:r>
              <a:rPr dirty="0" err="1"/>
              <a:t>ολογισμός</a:t>
            </a:r>
            <a:r>
              <a:rPr dirty="0"/>
              <a:t> </a:t>
            </a:r>
            <a:r>
              <a:rPr dirty="0" err="1"/>
              <a:t>κόστους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</a:t>
            </a:r>
          </a:p>
          <a:p>
            <a:pPr algn="l">
              <a:defRPr sz="2400"/>
            </a:pPr>
            <a:r>
              <a:rPr dirty="0"/>
              <a:t>Ενημέρωση και </a:t>
            </a:r>
            <a:r>
              <a:rPr dirty="0" err="1"/>
              <a:t>δι</a:t>
            </a:r>
            <a:r>
              <a:rPr dirty="0"/>
              <a:t>αγραφή προϊόντων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Διάρθρωση Ομάδας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marL="0" indent="0" algn="l">
              <a:buNone/>
              <a:defRPr sz="2400"/>
            </a:pPr>
            <a:r>
              <a:rPr dirty="0"/>
              <a:t>Η </a:t>
            </a:r>
            <a:r>
              <a:rPr dirty="0" err="1"/>
              <a:t>εργ</a:t>
            </a:r>
            <a:r>
              <a:rPr dirty="0"/>
              <a:t>ασία μοιράστηκε σε 5 μέλη:</a:t>
            </a:r>
          </a:p>
          <a:p>
            <a:pPr algn="l">
              <a:defRPr sz="2400"/>
            </a:pPr>
            <a:r>
              <a:rPr dirty="0" err="1"/>
              <a:t>Στέλιος</a:t>
            </a:r>
            <a:r>
              <a:rPr dirty="0"/>
              <a:t>: Κατα</a:t>
            </a:r>
            <a:r>
              <a:rPr dirty="0" err="1"/>
              <a:t>χώρηση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αγής, ενημέρωση προϊόντων</a:t>
            </a:r>
          </a:p>
          <a:p>
            <a:pPr algn="l">
              <a:defRPr sz="2400"/>
            </a:pPr>
            <a:r>
              <a:rPr dirty="0" err="1"/>
              <a:t>Κωστής</a:t>
            </a:r>
            <a:r>
              <a:rPr dirty="0"/>
              <a:t>: </a:t>
            </a:r>
            <a:r>
              <a:rPr dirty="0" err="1"/>
              <a:t>Τρο</a:t>
            </a:r>
            <a:r>
              <a:rPr dirty="0"/>
              <a:t>ποποίηση/διαγραφή συνταγής, μενού</a:t>
            </a:r>
          </a:p>
          <a:p>
            <a:pPr algn="l">
              <a:defRPr sz="2400"/>
            </a:pPr>
            <a:r>
              <a:rPr dirty="0" err="1"/>
              <a:t>Αλέξ</a:t>
            </a:r>
            <a:r>
              <a:rPr dirty="0"/>
              <a:t>ανδρος: Εκτέλεση συνταγής</a:t>
            </a:r>
          </a:p>
          <a:p>
            <a:pPr algn="l">
              <a:defRPr sz="2400"/>
            </a:pPr>
            <a:r>
              <a:rPr dirty="0" err="1"/>
              <a:t>Γιάννης</a:t>
            </a:r>
            <a:r>
              <a:rPr dirty="0"/>
              <a:t>: </a:t>
            </a:r>
            <a:r>
              <a:rPr dirty="0" err="1"/>
              <a:t>Αν</a:t>
            </a:r>
            <a:r>
              <a:rPr dirty="0"/>
              <a:t>αζήτηση συνταγής</a:t>
            </a:r>
          </a:p>
          <a:p>
            <a:pPr algn="l">
              <a:defRPr sz="2400"/>
            </a:pPr>
            <a:r>
              <a:rPr dirty="0" err="1"/>
              <a:t>Γιώργος</a:t>
            </a:r>
            <a:r>
              <a:rPr dirty="0"/>
              <a:t>: Υπ</a:t>
            </a:r>
            <a:r>
              <a:rPr dirty="0" err="1"/>
              <a:t>ολογισμός</a:t>
            </a:r>
            <a:r>
              <a:rPr dirty="0"/>
              <a:t> </a:t>
            </a:r>
            <a:r>
              <a:rPr dirty="0" err="1"/>
              <a:t>κόστους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Καταχώρηση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marL="0" indent="0" algn="l">
              <a:buNone/>
              <a:defRPr sz="2400"/>
            </a:pPr>
            <a:r>
              <a:rPr dirty="0"/>
              <a:t>Ο </a:t>
            </a:r>
            <a:r>
              <a:rPr dirty="0" err="1"/>
              <a:t>χρήστης</a:t>
            </a:r>
            <a:r>
              <a:rPr dirty="0"/>
              <a:t> κατα</a:t>
            </a:r>
            <a:r>
              <a:rPr dirty="0" err="1"/>
              <a:t>χωρεί</a:t>
            </a:r>
            <a:r>
              <a:rPr dirty="0"/>
              <a:t>:</a:t>
            </a:r>
          </a:p>
          <a:p>
            <a:pPr algn="l">
              <a:defRPr sz="2400"/>
            </a:pPr>
            <a:r>
              <a:rPr dirty="0" err="1"/>
              <a:t>Όνομ</a:t>
            </a:r>
            <a:r>
              <a:rPr dirty="0"/>
              <a:t>α συνταγής</a:t>
            </a:r>
          </a:p>
          <a:p>
            <a:pPr algn="l">
              <a:defRPr sz="2400"/>
            </a:pPr>
            <a:r>
              <a:rPr dirty="0"/>
              <a:t>Κα</a:t>
            </a:r>
            <a:r>
              <a:rPr dirty="0" err="1"/>
              <a:t>τηγορί</a:t>
            </a:r>
            <a:r>
              <a:rPr dirty="0"/>
              <a:t>α</a:t>
            </a:r>
          </a:p>
          <a:p>
            <a:pPr algn="l">
              <a:defRPr sz="2400"/>
            </a:pPr>
            <a:r>
              <a:rPr dirty="0"/>
              <a:t>Βα</a:t>
            </a:r>
            <a:r>
              <a:rPr dirty="0" err="1"/>
              <a:t>θμό</a:t>
            </a:r>
            <a:r>
              <a:rPr dirty="0"/>
              <a:t> </a:t>
            </a:r>
            <a:r>
              <a:rPr dirty="0" err="1"/>
              <a:t>δυσκολί</a:t>
            </a:r>
            <a:r>
              <a:rPr dirty="0"/>
              <a:t>ας</a:t>
            </a:r>
          </a:p>
          <a:p>
            <a:pPr algn="l">
              <a:defRPr sz="2400"/>
            </a:pPr>
            <a:r>
              <a:rPr dirty="0" err="1"/>
              <a:t>Χρόνο</a:t>
            </a:r>
            <a:r>
              <a:rPr dirty="0"/>
              <a:t> </a:t>
            </a:r>
            <a:r>
              <a:rPr dirty="0" err="1"/>
              <a:t>εκτέλεσης</a:t>
            </a:r>
            <a:endParaRPr dirty="0"/>
          </a:p>
          <a:p>
            <a:pPr algn="l">
              <a:defRPr sz="2400"/>
            </a:pPr>
            <a:r>
              <a:rPr dirty="0" err="1"/>
              <a:t>Υλικά</a:t>
            </a:r>
            <a:endParaRPr dirty="0"/>
          </a:p>
          <a:p>
            <a:pPr algn="l">
              <a:defRPr sz="2400"/>
            </a:pPr>
            <a:r>
              <a:rPr dirty="0" err="1"/>
              <a:t>Βήμ</a:t>
            </a:r>
            <a:r>
              <a:rPr dirty="0"/>
              <a:t>ατα εκτέλεσης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Αναζήτηση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marL="0" indent="0" algn="l">
              <a:buNone/>
              <a:defRPr sz="2400"/>
            </a:pPr>
            <a:r>
              <a:rPr dirty="0" err="1"/>
              <a:t>Αν</a:t>
            </a:r>
            <a:r>
              <a:rPr dirty="0"/>
              <a:t>αζήτηση με βάση:</a:t>
            </a:r>
          </a:p>
          <a:p>
            <a:pPr algn="l">
              <a:defRPr sz="2400"/>
            </a:pPr>
            <a:r>
              <a:rPr dirty="0" err="1"/>
              <a:t>Όνομ</a:t>
            </a:r>
            <a:r>
              <a:rPr dirty="0"/>
              <a:t>α</a:t>
            </a:r>
          </a:p>
          <a:p>
            <a:pPr algn="l">
              <a:defRPr sz="2400"/>
            </a:pPr>
            <a:r>
              <a:rPr dirty="0"/>
              <a:t>Κα</a:t>
            </a:r>
            <a:r>
              <a:rPr dirty="0" err="1"/>
              <a:t>τηγορί</a:t>
            </a:r>
            <a:r>
              <a:rPr dirty="0"/>
              <a:t>α</a:t>
            </a:r>
          </a:p>
          <a:p>
            <a:pPr algn="l">
              <a:defRPr sz="2400"/>
            </a:pPr>
            <a:r>
              <a:rPr dirty="0" err="1"/>
              <a:t>Δυσκολί</a:t>
            </a:r>
            <a:r>
              <a:rPr dirty="0"/>
              <a:t>α</a:t>
            </a:r>
          </a:p>
          <a:p>
            <a:pPr algn="l">
              <a:defRPr sz="2400"/>
            </a:pPr>
            <a:r>
              <a:rPr dirty="0" err="1"/>
              <a:t>Χρόνο</a:t>
            </a:r>
            <a:r>
              <a:rPr dirty="0"/>
              <a:t> </a:t>
            </a:r>
            <a:r>
              <a:rPr dirty="0" err="1"/>
              <a:t>εκτέλεσης</a:t>
            </a:r>
            <a:endParaRPr dirty="0"/>
          </a:p>
          <a:p>
            <a:pPr algn="l">
              <a:defRPr sz="2400"/>
            </a:pPr>
            <a:r>
              <a:rPr dirty="0" err="1"/>
              <a:t>Υλικά</a:t>
            </a:r>
            <a:endParaRPr dirty="0"/>
          </a:p>
          <a:p>
            <a:pPr algn="l">
              <a:defRPr sz="2400"/>
            </a:pPr>
            <a:r>
              <a:rPr dirty="0" err="1"/>
              <a:t>Κόστος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Τροποποίηση / Διαγραφή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marL="0" indent="0" algn="l">
              <a:buNone/>
              <a:defRPr sz="2400"/>
            </a:pPr>
            <a:r>
              <a:rPr dirty="0" err="1"/>
              <a:t>Δυν</a:t>
            </a:r>
            <a:r>
              <a:rPr dirty="0"/>
              <a:t>ατότητα αλλαγής:</a:t>
            </a:r>
          </a:p>
          <a:p>
            <a:pPr algn="l">
              <a:defRPr sz="2400"/>
            </a:pPr>
            <a:r>
              <a:rPr dirty="0" err="1"/>
              <a:t>Ονόμ</a:t>
            </a:r>
            <a:r>
              <a:rPr dirty="0"/>
              <a:t>ατος</a:t>
            </a:r>
          </a:p>
          <a:p>
            <a:pPr algn="l">
              <a:defRPr sz="2400"/>
            </a:pPr>
            <a:r>
              <a:rPr dirty="0"/>
              <a:t>Κα</a:t>
            </a:r>
            <a:r>
              <a:rPr dirty="0" err="1"/>
              <a:t>τηγορί</a:t>
            </a:r>
            <a:r>
              <a:rPr dirty="0"/>
              <a:t>ας</a:t>
            </a:r>
          </a:p>
          <a:p>
            <a:pPr algn="l">
              <a:defRPr sz="2400"/>
            </a:pPr>
            <a:r>
              <a:rPr dirty="0" err="1"/>
              <a:t>Υλικών</a:t>
            </a:r>
            <a:endParaRPr dirty="0"/>
          </a:p>
          <a:p>
            <a:pPr algn="l">
              <a:defRPr sz="2400"/>
            </a:pPr>
            <a:r>
              <a:rPr dirty="0" err="1"/>
              <a:t>Βημάτων</a:t>
            </a:r>
            <a:endParaRPr dirty="0"/>
          </a:p>
          <a:p>
            <a:pPr algn="l">
              <a:defRPr sz="2400"/>
            </a:pPr>
            <a:r>
              <a:rPr dirty="0" err="1"/>
              <a:t>Χρόνου</a:t>
            </a:r>
            <a:r>
              <a:rPr dirty="0"/>
              <a:t> </a:t>
            </a:r>
            <a:r>
              <a:rPr dirty="0" err="1"/>
              <a:t>εκτέλεσης</a:t>
            </a:r>
            <a:endParaRPr dirty="0"/>
          </a:p>
          <a:p>
            <a:pPr algn="l">
              <a:defRPr sz="2400"/>
            </a:pPr>
            <a:r>
              <a:rPr dirty="0" err="1"/>
              <a:t>Δι</a:t>
            </a:r>
            <a:r>
              <a:rPr dirty="0"/>
              <a:t>αγραφή συνταγής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Εκτέλεση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/>
              <a:t>Πα</a:t>
            </a:r>
            <a:r>
              <a:rPr dirty="0" err="1"/>
              <a:t>ρουσί</a:t>
            </a:r>
            <a:r>
              <a:rPr dirty="0"/>
              <a:t>αση βημάτων εκτέλεσης</a:t>
            </a:r>
          </a:p>
          <a:p>
            <a:pPr algn="l">
              <a:defRPr sz="2400"/>
            </a:pPr>
            <a:r>
              <a:rPr dirty="0" err="1"/>
              <a:t>Εμφάνιση</a:t>
            </a:r>
            <a:r>
              <a:rPr dirty="0"/>
              <a:t> </a:t>
            </a:r>
            <a:r>
              <a:rPr dirty="0" err="1"/>
              <a:t>χρόνου</a:t>
            </a:r>
            <a:r>
              <a:rPr dirty="0"/>
              <a:t> και </a:t>
            </a:r>
            <a:r>
              <a:rPr dirty="0" err="1"/>
              <a:t>υλικών</a:t>
            </a:r>
            <a:r>
              <a:rPr dirty="0"/>
              <a:t> </a:t>
            </a:r>
            <a:r>
              <a:rPr dirty="0" err="1"/>
              <a:t>κάθε</a:t>
            </a:r>
            <a:r>
              <a:rPr dirty="0"/>
              <a:t> β</a:t>
            </a:r>
            <a:r>
              <a:rPr dirty="0" err="1"/>
              <a:t>ήμ</a:t>
            </a:r>
            <a:r>
              <a:rPr dirty="0"/>
              <a:t>ατος</a:t>
            </a:r>
          </a:p>
          <a:p>
            <a:pPr algn="l">
              <a:defRPr sz="2400"/>
            </a:pPr>
            <a:r>
              <a:rPr dirty="0" err="1"/>
              <a:t>Ποσοστό</a:t>
            </a:r>
            <a:r>
              <a:rPr dirty="0"/>
              <a:t> π</a:t>
            </a:r>
            <a:r>
              <a:rPr dirty="0" err="1"/>
              <a:t>ροόδου</a:t>
            </a:r>
            <a:r>
              <a:rPr dirty="0"/>
              <a:t> β</a:t>
            </a:r>
            <a:r>
              <a:rPr dirty="0" err="1"/>
              <a:t>άσει</a:t>
            </a:r>
            <a:r>
              <a:rPr dirty="0"/>
              <a:t> </a:t>
            </a:r>
            <a:r>
              <a:rPr dirty="0" err="1"/>
              <a:t>χρόνου</a:t>
            </a:r>
            <a:endParaRPr dirty="0"/>
          </a:p>
          <a:p>
            <a:pPr algn="l">
              <a:defRPr sz="2400"/>
            </a:pPr>
            <a:r>
              <a:rPr dirty="0" err="1"/>
              <a:t>Ολοκλήρωση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Υπολογισμός Κόστους Συνταγής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/>
              <a:t>Επ</a:t>
            </a:r>
            <a:r>
              <a:rPr dirty="0" err="1"/>
              <a:t>ιλογή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</a:t>
            </a:r>
          </a:p>
          <a:p>
            <a:pPr algn="l">
              <a:defRPr sz="2400"/>
            </a:pPr>
            <a:r>
              <a:rPr dirty="0"/>
              <a:t>Υπ</a:t>
            </a:r>
            <a:r>
              <a:rPr dirty="0" err="1"/>
              <a:t>ολογισμός</a:t>
            </a:r>
            <a:r>
              <a:rPr dirty="0"/>
              <a:t> </a:t>
            </a:r>
            <a:r>
              <a:rPr dirty="0" err="1"/>
              <a:t>κόστους</a:t>
            </a:r>
            <a:r>
              <a:rPr dirty="0"/>
              <a:t> β</a:t>
            </a:r>
            <a:r>
              <a:rPr dirty="0" err="1"/>
              <a:t>άσει</a:t>
            </a:r>
            <a:r>
              <a:rPr dirty="0"/>
              <a:t> </a:t>
            </a:r>
            <a:r>
              <a:rPr dirty="0" err="1"/>
              <a:t>τιμών</a:t>
            </a:r>
            <a:r>
              <a:rPr dirty="0"/>
              <a:t> π</a:t>
            </a:r>
            <a:r>
              <a:rPr dirty="0" err="1"/>
              <a:t>ροϊόντων</a:t>
            </a:r>
            <a:endParaRPr dirty="0"/>
          </a:p>
          <a:p>
            <a:pPr algn="l">
              <a:defRPr sz="2400"/>
            </a:pPr>
            <a:r>
              <a:rPr dirty="0"/>
              <a:t>Ενημέρωση </a:t>
            </a:r>
            <a:r>
              <a:rPr dirty="0" err="1"/>
              <a:t>κόστους</a:t>
            </a:r>
            <a:r>
              <a:rPr dirty="0"/>
              <a:t> </a:t>
            </a:r>
            <a:r>
              <a:rPr dirty="0" err="1"/>
              <a:t>στο</a:t>
            </a:r>
            <a:r>
              <a:rPr dirty="0"/>
              <a:t> α</a:t>
            </a:r>
            <a:r>
              <a:rPr dirty="0" err="1"/>
              <a:t>ρχείο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αγών</a:t>
            </a:r>
          </a:p>
          <a:p>
            <a:pPr algn="l">
              <a:defRPr sz="2400"/>
            </a:pPr>
            <a:r>
              <a:rPr dirty="0"/>
              <a:t>Υπ</a:t>
            </a:r>
            <a:r>
              <a:rPr dirty="0" err="1"/>
              <a:t>ολογισμός</a:t>
            </a:r>
            <a:r>
              <a:rPr dirty="0"/>
              <a:t> α</a:t>
            </a:r>
            <a:r>
              <a:rPr dirty="0" err="1"/>
              <a:t>τομικού</a:t>
            </a:r>
            <a:r>
              <a:rPr dirty="0"/>
              <a:t> </a:t>
            </a:r>
            <a:r>
              <a:rPr dirty="0" err="1"/>
              <a:t>κόστους</a:t>
            </a:r>
            <a:r>
              <a:rPr dirty="0"/>
              <a:t> </a:t>
            </a:r>
            <a:r>
              <a:rPr dirty="0" err="1"/>
              <a:t>μερίδ</a:t>
            </a:r>
            <a:r>
              <a:rPr dirty="0"/>
              <a:t>ας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Αποτελέσματα Εφαρμογής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 err="1"/>
              <a:t>Φιλικότητ</a:t>
            </a:r>
            <a:r>
              <a:rPr dirty="0"/>
              <a:t>α στη χρήση</a:t>
            </a:r>
          </a:p>
          <a:p>
            <a:pPr algn="l">
              <a:defRPr sz="2400"/>
            </a:pPr>
            <a:r>
              <a:rPr dirty="0" err="1"/>
              <a:t>Ευελιξί</a:t>
            </a:r>
            <a:r>
              <a:rPr dirty="0"/>
              <a:t>α στην αναζήτηση συνταγών</a:t>
            </a:r>
          </a:p>
          <a:p>
            <a:pPr algn="l">
              <a:defRPr sz="2400"/>
            </a:pPr>
            <a:r>
              <a:rPr dirty="0" err="1"/>
              <a:t>Ακρί</a:t>
            </a:r>
            <a:r>
              <a:rPr dirty="0"/>
              <a:t>βεια στον υπολογισμό κόστους</a:t>
            </a:r>
          </a:p>
          <a:p>
            <a:pPr algn="l">
              <a:defRPr sz="2400"/>
            </a:pPr>
            <a:r>
              <a:rPr dirty="0"/>
              <a:t>Οπ</a:t>
            </a:r>
            <a:r>
              <a:rPr dirty="0" err="1"/>
              <a:t>τική</a:t>
            </a:r>
            <a:r>
              <a:rPr dirty="0"/>
              <a:t> υποβ</a:t>
            </a:r>
            <a:r>
              <a:rPr dirty="0" err="1"/>
              <a:t>οήθηση</a:t>
            </a:r>
            <a:r>
              <a:rPr dirty="0"/>
              <a:t> </a:t>
            </a:r>
            <a:r>
              <a:rPr dirty="0" err="1"/>
              <a:t>στην</a:t>
            </a:r>
            <a:r>
              <a:rPr dirty="0"/>
              <a:t> </a:t>
            </a:r>
            <a:r>
              <a:rPr dirty="0" err="1"/>
              <a:t>εκτέλεση</a:t>
            </a:r>
            <a:r>
              <a:rPr dirty="0"/>
              <a:t> </a:t>
            </a:r>
            <a:r>
              <a:rPr dirty="0" err="1"/>
              <a:t>συντ</a:t>
            </a:r>
            <a:r>
              <a:rPr dirty="0"/>
              <a:t>αγής</a:t>
            </a:r>
          </a:p>
          <a:p>
            <a:pPr algn="l">
              <a:defRPr sz="2400"/>
            </a:pPr>
            <a:r>
              <a:rPr dirty="0" err="1"/>
              <a:t>Δυν</a:t>
            </a:r>
            <a:r>
              <a:rPr dirty="0"/>
              <a:t>ατότητα μελλοντικής εμπορικής αξιοποίησης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Προβλήματα και Λύσεις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lang="el-GR" dirty="0"/>
              <a:t>Διαχείριση εισόδου χρηστών</a:t>
            </a:r>
          </a:p>
          <a:p>
            <a:pPr algn="l">
              <a:defRPr sz="2400"/>
            </a:pPr>
            <a:r>
              <a:rPr dirty="0" err="1"/>
              <a:t>Αντιστοίχιση</a:t>
            </a:r>
            <a:r>
              <a:rPr dirty="0"/>
              <a:t> </a:t>
            </a:r>
            <a:r>
              <a:rPr dirty="0" err="1"/>
              <a:t>υλικών</a:t>
            </a:r>
            <a:r>
              <a:rPr dirty="0"/>
              <a:t> και </a:t>
            </a:r>
            <a:r>
              <a:rPr dirty="0" err="1"/>
              <a:t>τιμών</a:t>
            </a:r>
            <a:endParaRPr dirty="0"/>
          </a:p>
          <a:p>
            <a:pPr algn="l">
              <a:defRPr sz="2400"/>
            </a:pPr>
            <a:r>
              <a:rPr dirty="0" err="1"/>
              <a:t>Έλεγχοι</a:t>
            </a:r>
            <a:r>
              <a:rPr dirty="0"/>
              <a:t> </a:t>
            </a:r>
            <a:r>
              <a:rPr dirty="0" err="1"/>
              <a:t>εγκυρότητ</a:t>
            </a:r>
            <a:r>
              <a:rPr dirty="0"/>
              <a:t>ας</a:t>
            </a:r>
          </a:p>
          <a:p>
            <a:pPr algn="l">
              <a:defRPr sz="2400"/>
            </a:pPr>
            <a:r>
              <a:rPr dirty="0" err="1"/>
              <a:t>Δοκιμές</a:t>
            </a:r>
            <a:r>
              <a:rPr dirty="0"/>
              <a:t> και απ</a:t>
            </a:r>
            <a:r>
              <a:rPr dirty="0" err="1"/>
              <a:t>οσφ</a:t>
            </a:r>
            <a:r>
              <a:rPr dirty="0"/>
              <a:t>αλμάτωση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Συμπεράσματα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 err="1"/>
              <a:t>Μάθ</a:t>
            </a:r>
            <a:r>
              <a:rPr dirty="0"/>
              <a:t>αμε ομαδική εργασία και συντονισμό</a:t>
            </a:r>
          </a:p>
          <a:p>
            <a:pPr algn="l">
              <a:defRPr sz="2400"/>
            </a:pPr>
            <a:r>
              <a:rPr dirty="0" err="1"/>
              <a:t>Ανά</a:t>
            </a:r>
            <a:r>
              <a:rPr dirty="0"/>
              <a:t>πτυξη δεξιοτήτων σε Python</a:t>
            </a:r>
          </a:p>
          <a:p>
            <a:pPr algn="l">
              <a:defRPr sz="2400"/>
            </a:pPr>
            <a:r>
              <a:rPr dirty="0" err="1"/>
              <a:t>Εφ</a:t>
            </a:r>
            <a:r>
              <a:rPr dirty="0"/>
              <a:t>αρμογή αρχών προγραμματισμού και δομών δεδομένων</a:t>
            </a:r>
          </a:p>
          <a:p>
            <a:pPr algn="l">
              <a:defRPr sz="2400"/>
            </a:pPr>
            <a:r>
              <a:rPr dirty="0" err="1"/>
              <a:t>Ετοιμότητ</a:t>
            </a:r>
            <a:r>
              <a:rPr dirty="0"/>
              <a:t>α για μελλοντικά έργα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Επόμενα Βήματα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endParaRPr lang="el-GR" dirty="0"/>
          </a:p>
          <a:p>
            <a:pPr algn="l">
              <a:defRPr sz="2400"/>
            </a:pPr>
            <a:r>
              <a:rPr dirty="0" err="1"/>
              <a:t>Προσθήκη</a:t>
            </a:r>
            <a:r>
              <a:rPr dirty="0"/>
              <a:t> </a:t>
            </a:r>
            <a:r>
              <a:rPr dirty="0" err="1"/>
              <a:t>εικόνων</a:t>
            </a:r>
            <a:r>
              <a:rPr dirty="0"/>
              <a:t> και π</a:t>
            </a:r>
            <a:r>
              <a:rPr dirty="0" err="1"/>
              <a:t>ολυμέσων</a:t>
            </a:r>
            <a:endParaRPr dirty="0"/>
          </a:p>
          <a:p>
            <a:pPr algn="l">
              <a:defRPr sz="2400"/>
            </a:pPr>
            <a:r>
              <a:rPr dirty="0" err="1"/>
              <a:t>Δημιουργί</a:t>
            </a:r>
            <a:r>
              <a:rPr dirty="0"/>
              <a:t>α πλήρους GUI με Tkinter</a:t>
            </a:r>
          </a:p>
          <a:p>
            <a:pPr algn="l">
              <a:defRPr sz="2400"/>
            </a:pPr>
            <a:r>
              <a:rPr dirty="0"/>
              <a:t>Επ</a:t>
            </a:r>
            <a:r>
              <a:rPr dirty="0" err="1"/>
              <a:t>έκτ</a:t>
            </a:r>
            <a:r>
              <a:rPr dirty="0"/>
              <a:t>αση λειτουργιών αναζήτησης</a:t>
            </a:r>
          </a:p>
          <a:p>
            <a:pPr algn="l">
              <a:defRPr sz="2400"/>
            </a:pPr>
            <a:r>
              <a:rPr dirty="0" err="1"/>
              <a:t>Βελτιστο</a:t>
            </a:r>
            <a:r>
              <a:rPr dirty="0"/>
              <a:t>ποίηση κώδικα και UI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Ευχαριστούμε!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400"/>
            </a:pPr>
            <a:r>
              <a:rPr dirty="0" err="1"/>
              <a:t>Ομ</a:t>
            </a:r>
            <a:r>
              <a:rPr dirty="0"/>
              <a:t>αδική Εργασία - Διαχείριση Συνταγών Μαγειρικής</a:t>
            </a:r>
            <a:endParaRPr lang="el-GR" dirty="0"/>
          </a:p>
          <a:p>
            <a:pPr marL="0" indent="0" algn="l">
              <a:buNone/>
              <a:defRPr sz="2400"/>
            </a:pPr>
            <a:r>
              <a:rPr dirty="0"/>
              <a:t>Σας </a:t>
            </a:r>
            <a:r>
              <a:rPr dirty="0" err="1"/>
              <a:t>ευχ</a:t>
            </a:r>
            <a:r>
              <a:rPr dirty="0"/>
              <a:t>αριστούμε για την προσοχή σας!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271</Words>
  <Application>Microsoft Office PowerPoint</Application>
  <PresentationFormat>Προβολή στην οθόνη (4:3)</PresentationFormat>
  <Paragraphs>97</Paragraphs>
  <Slides>15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Σύστημα Διαχείρισης Συνταγών Μαγειρικής</vt:lpstr>
      <vt:lpstr>Στόχοι Εφαρμογής</vt:lpstr>
      <vt:lpstr>Τεχνολογίες που Χρησιμοποιήθηκαν</vt:lpstr>
      <vt:lpstr>Σχεδίαση και Λειτουργικότητα</vt:lpstr>
      <vt:lpstr>Διάρθρωση Ομάδας</vt:lpstr>
      <vt:lpstr>Καταχώρηση Συνταγής</vt:lpstr>
      <vt:lpstr>Αναζήτηση Συνταγής</vt:lpstr>
      <vt:lpstr>Τροποποίηση / Διαγραφή Συνταγής</vt:lpstr>
      <vt:lpstr>Εκτέλεση Συνταγής</vt:lpstr>
      <vt:lpstr>Υπολογισμός Κόστους Συνταγής</vt:lpstr>
      <vt:lpstr>Αποτελέσματα Εφαρμογής</vt:lpstr>
      <vt:lpstr>Προβλήματα και Λύσεις</vt:lpstr>
      <vt:lpstr>Συμπεράσματα</vt:lpstr>
      <vt:lpstr>Επόμενα Βήματα</vt:lpstr>
      <vt:lpstr>Ευχαριστούμε!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george c</dc:creator>
  <cp:keywords/>
  <dc:description>generated using python-pptx</dc:description>
  <cp:lastModifiedBy>george c</cp:lastModifiedBy>
  <cp:revision>2</cp:revision>
  <dcterms:created xsi:type="dcterms:W3CDTF">2013-01-27T09:14:16Z</dcterms:created>
  <dcterms:modified xsi:type="dcterms:W3CDTF">2025-05-28T18:07:38Z</dcterms:modified>
  <cp:category/>
</cp:coreProperties>
</file>